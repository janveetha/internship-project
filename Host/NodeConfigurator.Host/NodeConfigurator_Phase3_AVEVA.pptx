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D298-2A29-754C-242C-58782C1B2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54360-5877-7597-9AED-5A0F687CF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72829-BCE6-0B35-0888-9B9A16078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2FDD1-3C70-620D-1F03-F4387B79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937DE-2ED9-E14F-E83B-FC39378D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77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70BA-6CF6-D8EF-C645-1223BB31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D5CDA-6AAF-94F0-A840-B1749750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EBFCB-6CF8-EC46-59E4-3DDF0469F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30583-B644-49A2-2138-CC75FC93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AA673-D4E4-E64F-E799-AA85BF00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10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33D7-5D75-82F5-4083-B6DB4B71C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600E4-C9C3-AF20-A531-F59FB468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75C11-EDFE-C774-3B04-B1462607C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CBF30-337C-C2E4-9203-106D1343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E6E56-D1A4-5415-46E9-76E735DB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8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C53D-51C2-1205-83FA-4135BCDD3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00189-EC26-4E6B-D96C-62CAA55B7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42349-DCBD-AD76-DDCD-F32452199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10D3D-A465-11AF-C0A3-F9A4DC55F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1CCA7-0421-1930-AB66-1A788784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909C8-7612-A318-DD2D-62B9FC7D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9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CAC7-5BFC-37FB-1536-873F6F1F7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B599A-FCBC-8B9F-2AE9-3D98EC95B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CD60C-B95A-6D01-4147-6814E16D6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44937-AAAC-9E00-4138-03D03F7D3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AB614-4DAF-59EA-9FB1-04CE334BB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E84BD-2C27-495B-6B82-2AA8F645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1EE0C3-B61D-5490-26A6-7AF8A85A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DDAEDF-AC98-2AC1-FE07-5D7A7A2C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9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BCEF-CDB6-BEA5-7A17-3F7D0368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64452D-3B5F-DF84-8E74-58455C0D4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8E635-0834-FB6F-6D98-A31F2FDF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75811-DBDD-FA46-A18B-898E0B8C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8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8A7AFA-F991-4538-ABBE-28DE4766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6D6B1-CC8B-A07E-F925-7456BC9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0150C-CD4C-0701-26E8-67A729E2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9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476F-7549-896E-422D-692806FC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94C8-AEFA-1052-A388-DAD69D0C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1C0C2-AF4C-1371-7A16-C9BAF58F9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9C733-D01E-D2FB-C98B-233123A5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43782-B457-B111-80C1-1E735505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7342D-8830-9B8B-4142-A34FFDD5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6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43A1-0B0C-58E1-F2F3-24B91FCC1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617D3F-575F-C864-3CBB-00D25B4E1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DB386-F101-4034-BB4A-A61C39067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A6093-4788-9787-A3F5-2275E178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AA507-28D8-4413-145E-51DE664F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C066B-5F68-D416-26C3-D139C0FA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2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C188-E34C-156C-47F4-48C8D0E4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0F62-E862-4009-2E0B-8124CC096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4419F-5ACD-12B6-F5ED-74E786D1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5CED6-000C-F9E1-E9CA-592C931D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9F4B4-2F8F-59DE-0CB7-1125767E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86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442898-32FC-5D46-F6B5-E695C057D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8F6FC-8F1B-2CED-F478-95A45A631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6DB01-BD53-1961-33DF-B7F4FA39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C9FC-11BA-4592-2C7D-E66AEF490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D154E-3A72-55C2-44AB-35685EFB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42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04CC3-AD70-6C4A-CA2A-9005E35F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FA69C-5D65-E808-00BB-4723EE1CB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C5A6-5F21-5896-1F46-3B1612834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EA9A9-C052-4599-A546-B51AD0D46E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DBC74-7BF7-D67C-02AF-D574E96E4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FF858-63AD-5E35-C4B6-064D8A530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E0F36-3C11-4543-AD5C-4744F6F1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9E8E20-124B-7262-A773-B9C3510C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081C"/>
              </a:gs>
              <a:gs pos="100000">
                <a:srgbClr val="281037"/>
              </a:gs>
            </a:gsLst>
            <a:path path="rect">
              <a:fillToRect r="100000" b="100000"/>
            </a:path>
            <a:tileRect l="-100000" t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006A11-66E1-6428-508F-72C4C11E0D0B}"/>
              </a:ext>
            </a:extLst>
          </p:cNvPr>
          <p:cNvSpPr/>
          <p:nvPr/>
        </p:nvSpPr>
        <p:spPr>
          <a:xfrm>
            <a:off x="10617200" y="4521200"/>
            <a:ext cx="38100" cy="38100"/>
          </a:xfrm>
          <a:prstGeom prst="ellipse">
            <a:avLst/>
          </a:prstGeom>
          <a:solidFill>
            <a:srgbClr val="B482D2">
              <a:alpha val="5738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3CD613-D3F3-982B-5FFF-AC67C5ED54C0}"/>
              </a:ext>
            </a:extLst>
          </p:cNvPr>
          <p:cNvSpPr/>
          <p:nvPr/>
        </p:nvSpPr>
        <p:spPr>
          <a:xfrm>
            <a:off x="8242300" y="279400"/>
            <a:ext cx="38100" cy="38100"/>
          </a:xfrm>
          <a:prstGeom prst="ellipse">
            <a:avLst/>
          </a:prstGeom>
          <a:solidFill>
            <a:srgbClr val="B482D2">
              <a:alpha val="1230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DDBD6C-787C-2DF8-8332-441EB6E0DABC}"/>
              </a:ext>
            </a:extLst>
          </p:cNvPr>
          <p:cNvSpPr/>
          <p:nvPr/>
        </p:nvSpPr>
        <p:spPr>
          <a:xfrm>
            <a:off x="10414000" y="3073400"/>
            <a:ext cx="63500" cy="63500"/>
          </a:xfrm>
          <a:prstGeom prst="ellipse">
            <a:avLst/>
          </a:prstGeom>
          <a:solidFill>
            <a:srgbClr val="B482D2">
              <a:alpha val="1338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348668-AB80-A3F3-6340-13E36DC2EF46}"/>
              </a:ext>
            </a:extLst>
          </p:cNvPr>
          <p:cNvSpPr/>
          <p:nvPr/>
        </p:nvSpPr>
        <p:spPr>
          <a:xfrm>
            <a:off x="1346200" y="6045200"/>
            <a:ext cx="38100" cy="38100"/>
          </a:xfrm>
          <a:prstGeom prst="ellipse">
            <a:avLst/>
          </a:prstGeom>
          <a:solidFill>
            <a:srgbClr val="B482D2">
              <a:alpha val="3989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1E1308-0539-D2BE-DF4C-D532EE1E8E27}"/>
              </a:ext>
            </a:extLst>
          </p:cNvPr>
          <p:cNvSpPr/>
          <p:nvPr/>
        </p:nvSpPr>
        <p:spPr>
          <a:xfrm>
            <a:off x="4076700" y="5943600"/>
            <a:ext cx="63500" cy="63500"/>
          </a:xfrm>
          <a:prstGeom prst="ellipse">
            <a:avLst/>
          </a:prstGeom>
          <a:solidFill>
            <a:srgbClr val="B482D2">
              <a:alpha val="5874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7A3DEF-3A38-C245-BB3A-93B3C84F6421}"/>
              </a:ext>
            </a:extLst>
          </p:cNvPr>
          <p:cNvSpPr/>
          <p:nvPr/>
        </p:nvSpPr>
        <p:spPr>
          <a:xfrm>
            <a:off x="6883400" y="1193800"/>
            <a:ext cx="50800" cy="50800"/>
          </a:xfrm>
          <a:prstGeom prst="ellipse">
            <a:avLst/>
          </a:prstGeom>
          <a:solidFill>
            <a:srgbClr val="B482D2">
              <a:alpha val="3609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A54ABE-9468-8D2B-B5BC-960B7EC128FB}"/>
              </a:ext>
            </a:extLst>
          </p:cNvPr>
          <p:cNvSpPr/>
          <p:nvPr/>
        </p:nvSpPr>
        <p:spPr>
          <a:xfrm>
            <a:off x="342900" y="6527800"/>
            <a:ext cx="38100" cy="38100"/>
          </a:xfrm>
          <a:prstGeom prst="ellipse">
            <a:avLst/>
          </a:prstGeom>
          <a:solidFill>
            <a:srgbClr val="B482D2">
              <a:alpha val="5875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450795-B347-097E-4599-574DD82FCCDF}"/>
              </a:ext>
            </a:extLst>
          </p:cNvPr>
          <p:cNvSpPr/>
          <p:nvPr/>
        </p:nvSpPr>
        <p:spPr>
          <a:xfrm>
            <a:off x="8750300" y="5283200"/>
            <a:ext cx="38100" cy="38100"/>
          </a:xfrm>
          <a:prstGeom prst="ellipse">
            <a:avLst/>
          </a:prstGeom>
          <a:solidFill>
            <a:srgbClr val="B482D2">
              <a:alpha val="4514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70C613-88A0-395F-3352-7C63E0815FFE}"/>
              </a:ext>
            </a:extLst>
          </p:cNvPr>
          <p:cNvSpPr/>
          <p:nvPr/>
        </p:nvSpPr>
        <p:spPr>
          <a:xfrm>
            <a:off x="1993900" y="584200"/>
            <a:ext cx="25400" cy="25400"/>
          </a:xfrm>
          <a:prstGeom prst="ellipse">
            <a:avLst/>
          </a:prstGeom>
          <a:solidFill>
            <a:srgbClr val="B482D2">
              <a:alpha val="5668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7934F3-DA27-B041-171D-83C2100C5C8B}"/>
              </a:ext>
            </a:extLst>
          </p:cNvPr>
          <p:cNvSpPr/>
          <p:nvPr/>
        </p:nvSpPr>
        <p:spPr>
          <a:xfrm>
            <a:off x="1841500" y="3708400"/>
            <a:ext cx="63500" cy="63500"/>
          </a:xfrm>
          <a:prstGeom prst="ellipse">
            <a:avLst/>
          </a:prstGeom>
          <a:solidFill>
            <a:srgbClr val="B482D2">
              <a:alpha val="1339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DCEDB85-A822-4859-3283-9F7BC2748834}"/>
              </a:ext>
            </a:extLst>
          </p:cNvPr>
          <p:cNvSpPr/>
          <p:nvPr/>
        </p:nvSpPr>
        <p:spPr>
          <a:xfrm>
            <a:off x="8051800" y="838200"/>
            <a:ext cx="63500" cy="63500"/>
          </a:xfrm>
          <a:prstGeom prst="ellipse">
            <a:avLst/>
          </a:prstGeom>
          <a:solidFill>
            <a:srgbClr val="B482D2">
              <a:alpha val="5672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03C6B3-E88F-22AF-09F1-6C0C9E685B5D}"/>
              </a:ext>
            </a:extLst>
          </p:cNvPr>
          <p:cNvSpPr/>
          <p:nvPr/>
        </p:nvSpPr>
        <p:spPr>
          <a:xfrm>
            <a:off x="11684000" y="4927600"/>
            <a:ext cx="50800" cy="50800"/>
          </a:xfrm>
          <a:prstGeom prst="ellipse">
            <a:avLst/>
          </a:prstGeom>
          <a:solidFill>
            <a:srgbClr val="B482D2">
              <a:alpha val="3165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FD46E9-0D28-3F27-1B2D-A03DF047502E}"/>
              </a:ext>
            </a:extLst>
          </p:cNvPr>
          <p:cNvSpPr/>
          <p:nvPr/>
        </p:nvSpPr>
        <p:spPr>
          <a:xfrm>
            <a:off x="1778000" y="1524000"/>
            <a:ext cx="63500" cy="63500"/>
          </a:xfrm>
          <a:prstGeom prst="ellipse">
            <a:avLst/>
          </a:prstGeom>
          <a:solidFill>
            <a:srgbClr val="B482D2">
              <a:alpha val="1631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D460864-61E3-AEAB-A141-F9B0845543AD}"/>
              </a:ext>
            </a:extLst>
          </p:cNvPr>
          <p:cNvSpPr/>
          <p:nvPr/>
        </p:nvSpPr>
        <p:spPr>
          <a:xfrm>
            <a:off x="11137900" y="4089400"/>
            <a:ext cx="50800" cy="50800"/>
          </a:xfrm>
          <a:prstGeom prst="ellipse">
            <a:avLst/>
          </a:prstGeom>
          <a:solidFill>
            <a:srgbClr val="B482D2">
              <a:alpha val="1910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4BE628F-96F1-6CCE-0611-2C82BDFE16EE}"/>
              </a:ext>
            </a:extLst>
          </p:cNvPr>
          <p:cNvSpPr/>
          <p:nvPr/>
        </p:nvSpPr>
        <p:spPr>
          <a:xfrm>
            <a:off x="2222500" y="4559300"/>
            <a:ext cx="50800" cy="50800"/>
          </a:xfrm>
          <a:prstGeom prst="ellipse">
            <a:avLst/>
          </a:prstGeom>
          <a:solidFill>
            <a:srgbClr val="B482D2">
              <a:alpha val="4310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0B6309F-E209-197E-B865-B690B1575359}"/>
              </a:ext>
            </a:extLst>
          </p:cNvPr>
          <p:cNvSpPr/>
          <p:nvPr/>
        </p:nvSpPr>
        <p:spPr>
          <a:xfrm>
            <a:off x="203200" y="3238500"/>
            <a:ext cx="50800" cy="50800"/>
          </a:xfrm>
          <a:prstGeom prst="ellipse">
            <a:avLst/>
          </a:prstGeom>
          <a:solidFill>
            <a:srgbClr val="B482D2">
              <a:alpha val="5375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BAE307-5F66-6237-2BF2-528148526D0E}"/>
              </a:ext>
            </a:extLst>
          </p:cNvPr>
          <p:cNvSpPr/>
          <p:nvPr/>
        </p:nvSpPr>
        <p:spPr>
          <a:xfrm>
            <a:off x="1841500" y="5613400"/>
            <a:ext cx="25400" cy="25400"/>
          </a:xfrm>
          <a:prstGeom prst="ellipse">
            <a:avLst/>
          </a:prstGeom>
          <a:solidFill>
            <a:srgbClr val="B482D2">
              <a:alpha val="4596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333A5F-83C5-38AA-4010-799D85FEDB8A}"/>
              </a:ext>
            </a:extLst>
          </p:cNvPr>
          <p:cNvSpPr/>
          <p:nvPr/>
        </p:nvSpPr>
        <p:spPr>
          <a:xfrm>
            <a:off x="9931400" y="3924300"/>
            <a:ext cx="25400" cy="25400"/>
          </a:xfrm>
          <a:prstGeom prst="ellipse">
            <a:avLst/>
          </a:prstGeom>
          <a:solidFill>
            <a:srgbClr val="B482D2">
              <a:alpha val="2733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FE5426-6DC2-2144-A216-B4CC56280F0B}"/>
              </a:ext>
            </a:extLst>
          </p:cNvPr>
          <p:cNvSpPr/>
          <p:nvPr/>
        </p:nvSpPr>
        <p:spPr>
          <a:xfrm>
            <a:off x="11391900" y="990600"/>
            <a:ext cx="63500" cy="63500"/>
          </a:xfrm>
          <a:prstGeom prst="ellipse">
            <a:avLst/>
          </a:prstGeom>
          <a:solidFill>
            <a:srgbClr val="B482D2">
              <a:alpha val="5568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7928F5-F7F3-492D-EE52-A410EEC0327F}"/>
              </a:ext>
            </a:extLst>
          </p:cNvPr>
          <p:cNvSpPr/>
          <p:nvPr/>
        </p:nvSpPr>
        <p:spPr>
          <a:xfrm>
            <a:off x="1320800" y="6032500"/>
            <a:ext cx="38100" cy="38100"/>
          </a:xfrm>
          <a:prstGeom prst="ellipse">
            <a:avLst/>
          </a:prstGeom>
          <a:solidFill>
            <a:srgbClr val="B482D2">
              <a:alpha val="3866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B99FEE-AF40-ED02-B2CC-CD97B8FF938B}"/>
              </a:ext>
            </a:extLst>
          </p:cNvPr>
          <p:cNvSpPr/>
          <p:nvPr/>
        </p:nvSpPr>
        <p:spPr>
          <a:xfrm>
            <a:off x="4699000" y="1320800"/>
            <a:ext cx="38100" cy="38100"/>
          </a:xfrm>
          <a:prstGeom prst="ellipse">
            <a:avLst/>
          </a:prstGeom>
          <a:solidFill>
            <a:srgbClr val="B482D2">
              <a:alpha val="4331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8A284E-EF06-FC8E-1E46-F5FF57AAE0AD}"/>
              </a:ext>
            </a:extLst>
          </p:cNvPr>
          <p:cNvSpPr/>
          <p:nvPr/>
        </p:nvSpPr>
        <p:spPr>
          <a:xfrm>
            <a:off x="10934700" y="4038600"/>
            <a:ext cx="38100" cy="38100"/>
          </a:xfrm>
          <a:prstGeom prst="ellipse">
            <a:avLst/>
          </a:prstGeom>
          <a:solidFill>
            <a:srgbClr val="B482D2">
              <a:alpha val="5010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0A3DA2D-0D0C-4579-1CD2-CC3011F9D78B}"/>
              </a:ext>
            </a:extLst>
          </p:cNvPr>
          <p:cNvSpPr/>
          <p:nvPr/>
        </p:nvSpPr>
        <p:spPr>
          <a:xfrm>
            <a:off x="3276600" y="2527300"/>
            <a:ext cx="50800" cy="50800"/>
          </a:xfrm>
          <a:prstGeom prst="ellipse">
            <a:avLst/>
          </a:prstGeom>
          <a:solidFill>
            <a:srgbClr val="B482D2">
              <a:alpha val="2770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DEE926-32CE-126F-6BCD-36B403B72801}"/>
              </a:ext>
            </a:extLst>
          </p:cNvPr>
          <p:cNvSpPr/>
          <p:nvPr/>
        </p:nvSpPr>
        <p:spPr>
          <a:xfrm>
            <a:off x="2476500" y="1422400"/>
            <a:ext cx="38100" cy="38100"/>
          </a:xfrm>
          <a:prstGeom prst="ellipse">
            <a:avLst/>
          </a:prstGeom>
          <a:solidFill>
            <a:srgbClr val="B482D2">
              <a:alpha val="1692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42B8EF-78A6-6970-EF27-67DDA3B26175}"/>
              </a:ext>
            </a:extLst>
          </p:cNvPr>
          <p:cNvSpPr/>
          <p:nvPr/>
        </p:nvSpPr>
        <p:spPr>
          <a:xfrm>
            <a:off x="12179300" y="6731000"/>
            <a:ext cx="25400" cy="25400"/>
          </a:xfrm>
          <a:prstGeom prst="ellipse">
            <a:avLst/>
          </a:prstGeom>
          <a:solidFill>
            <a:srgbClr val="B482D2">
              <a:alpha val="3770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2ACB60-4398-0209-9A5C-71245D56D018}"/>
              </a:ext>
            </a:extLst>
          </p:cNvPr>
          <p:cNvSpPr/>
          <p:nvPr/>
        </p:nvSpPr>
        <p:spPr>
          <a:xfrm>
            <a:off x="5334000" y="3708400"/>
            <a:ext cx="25400" cy="25400"/>
          </a:xfrm>
          <a:prstGeom prst="ellipse">
            <a:avLst/>
          </a:prstGeom>
          <a:solidFill>
            <a:srgbClr val="B482D2">
              <a:alpha val="5924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3C97A1-E10F-1A69-87C9-240B21498261}"/>
              </a:ext>
            </a:extLst>
          </p:cNvPr>
          <p:cNvSpPr/>
          <p:nvPr/>
        </p:nvSpPr>
        <p:spPr>
          <a:xfrm>
            <a:off x="6946900" y="546100"/>
            <a:ext cx="50800" cy="50800"/>
          </a:xfrm>
          <a:prstGeom prst="ellipse">
            <a:avLst/>
          </a:prstGeom>
          <a:solidFill>
            <a:srgbClr val="B482D2">
              <a:alpha val="2137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EC7E4F6-793F-5680-ADB5-A64FE49A5F4C}"/>
              </a:ext>
            </a:extLst>
          </p:cNvPr>
          <p:cNvSpPr/>
          <p:nvPr/>
        </p:nvSpPr>
        <p:spPr>
          <a:xfrm>
            <a:off x="6210300" y="2578100"/>
            <a:ext cx="63500" cy="63500"/>
          </a:xfrm>
          <a:prstGeom prst="ellipse">
            <a:avLst/>
          </a:prstGeom>
          <a:solidFill>
            <a:srgbClr val="B482D2">
              <a:alpha val="3065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1D7E726-3271-2935-7EC4-8EFD6233238F}"/>
              </a:ext>
            </a:extLst>
          </p:cNvPr>
          <p:cNvSpPr/>
          <p:nvPr/>
        </p:nvSpPr>
        <p:spPr>
          <a:xfrm>
            <a:off x="2908300" y="190500"/>
            <a:ext cx="38100" cy="38100"/>
          </a:xfrm>
          <a:prstGeom prst="ellipse">
            <a:avLst/>
          </a:prstGeom>
          <a:solidFill>
            <a:srgbClr val="B482D2">
              <a:alpha val="4308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8BF3597-3F23-52EF-3D86-9E37AB76C6AD}"/>
              </a:ext>
            </a:extLst>
          </p:cNvPr>
          <p:cNvSpPr/>
          <p:nvPr/>
        </p:nvSpPr>
        <p:spPr>
          <a:xfrm>
            <a:off x="1701800" y="4318000"/>
            <a:ext cx="63500" cy="63500"/>
          </a:xfrm>
          <a:prstGeom prst="ellipse">
            <a:avLst/>
          </a:prstGeom>
          <a:solidFill>
            <a:srgbClr val="B482D2">
              <a:alpha val="5070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CDD6C36-50DE-1765-F7EA-77DAD5DEEF1E}"/>
              </a:ext>
            </a:extLst>
          </p:cNvPr>
          <p:cNvSpPr/>
          <p:nvPr/>
        </p:nvSpPr>
        <p:spPr>
          <a:xfrm>
            <a:off x="7581900" y="4889500"/>
            <a:ext cx="50800" cy="50800"/>
          </a:xfrm>
          <a:prstGeom prst="ellipse">
            <a:avLst/>
          </a:prstGeom>
          <a:solidFill>
            <a:srgbClr val="B482D2">
              <a:alpha val="2223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B41170B-FFBB-B492-71E4-F189CF2F3CBE}"/>
              </a:ext>
            </a:extLst>
          </p:cNvPr>
          <p:cNvSpPr/>
          <p:nvPr/>
        </p:nvSpPr>
        <p:spPr>
          <a:xfrm>
            <a:off x="11303000" y="1143000"/>
            <a:ext cx="38100" cy="38100"/>
          </a:xfrm>
          <a:prstGeom prst="ellipse">
            <a:avLst/>
          </a:prstGeom>
          <a:solidFill>
            <a:srgbClr val="B482D2">
              <a:alpha val="3053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65C9990-DB7B-9F4F-9107-6A476DDA102E}"/>
              </a:ext>
            </a:extLst>
          </p:cNvPr>
          <p:cNvSpPr/>
          <p:nvPr/>
        </p:nvSpPr>
        <p:spPr>
          <a:xfrm>
            <a:off x="3467100" y="6159500"/>
            <a:ext cx="50800" cy="50800"/>
          </a:xfrm>
          <a:prstGeom prst="ellipse">
            <a:avLst/>
          </a:prstGeom>
          <a:solidFill>
            <a:srgbClr val="B482D2">
              <a:alpha val="3788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9B56802-64DD-6A00-DEA1-CCEED227BA91}"/>
              </a:ext>
            </a:extLst>
          </p:cNvPr>
          <p:cNvSpPr/>
          <p:nvPr/>
        </p:nvSpPr>
        <p:spPr>
          <a:xfrm>
            <a:off x="5295900" y="1968500"/>
            <a:ext cx="25400" cy="25400"/>
          </a:xfrm>
          <a:prstGeom prst="ellipse">
            <a:avLst/>
          </a:prstGeom>
          <a:solidFill>
            <a:srgbClr val="B482D2">
              <a:alpha val="1640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E213FEF-2798-7BE8-4266-FAAFEB1DADFD}"/>
              </a:ext>
            </a:extLst>
          </p:cNvPr>
          <p:cNvSpPr/>
          <p:nvPr/>
        </p:nvSpPr>
        <p:spPr>
          <a:xfrm>
            <a:off x="2171700" y="5207000"/>
            <a:ext cx="63500" cy="63500"/>
          </a:xfrm>
          <a:prstGeom prst="ellipse">
            <a:avLst/>
          </a:prstGeom>
          <a:solidFill>
            <a:srgbClr val="B482D2">
              <a:alpha val="1373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F0FB15-BC77-25DD-DDC6-97953087B58F}"/>
              </a:ext>
            </a:extLst>
          </p:cNvPr>
          <p:cNvSpPr/>
          <p:nvPr/>
        </p:nvSpPr>
        <p:spPr>
          <a:xfrm>
            <a:off x="9956800" y="2946400"/>
            <a:ext cx="63500" cy="63500"/>
          </a:xfrm>
          <a:prstGeom prst="ellipse">
            <a:avLst/>
          </a:prstGeom>
          <a:solidFill>
            <a:srgbClr val="B482D2">
              <a:alpha val="5713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05A3CF-0F7F-88FE-BB56-25ED121A0B27}"/>
              </a:ext>
            </a:extLst>
          </p:cNvPr>
          <p:cNvSpPr/>
          <p:nvPr/>
        </p:nvSpPr>
        <p:spPr>
          <a:xfrm>
            <a:off x="9537700" y="2349500"/>
            <a:ext cx="63500" cy="63500"/>
          </a:xfrm>
          <a:prstGeom prst="ellipse">
            <a:avLst/>
          </a:prstGeom>
          <a:solidFill>
            <a:srgbClr val="B482D2">
              <a:alpha val="4771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631ADD-CE7E-4781-F410-01766594F3B5}"/>
              </a:ext>
            </a:extLst>
          </p:cNvPr>
          <p:cNvSpPr/>
          <p:nvPr/>
        </p:nvSpPr>
        <p:spPr>
          <a:xfrm>
            <a:off x="10604500" y="254000"/>
            <a:ext cx="25400" cy="25400"/>
          </a:xfrm>
          <a:prstGeom prst="ellipse">
            <a:avLst/>
          </a:prstGeom>
          <a:solidFill>
            <a:srgbClr val="B482D2">
              <a:alpha val="5763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1440F0C-5F62-3281-D72A-DB2BCD90F117}"/>
              </a:ext>
            </a:extLst>
          </p:cNvPr>
          <p:cNvSpPr/>
          <p:nvPr/>
        </p:nvSpPr>
        <p:spPr>
          <a:xfrm>
            <a:off x="9702800" y="6057900"/>
            <a:ext cx="38100" cy="38100"/>
          </a:xfrm>
          <a:prstGeom prst="ellipse">
            <a:avLst/>
          </a:prstGeom>
          <a:solidFill>
            <a:srgbClr val="B482D2">
              <a:alpha val="3416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20C95B1-97E2-6DCE-4A64-4EEA851B0711}"/>
              </a:ext>
            </a:extLst>
          </p:cNvPr>
          <p:cNvSpPr/>
          <p:nvPr/>
        </p:nvSpPr>
        <p:spPr>
          <a:xfrm>
            <a:off x="9588500" y="3898900"/>
            <a:ext cx="50800" cy="50800"/>
          </a:xfrm>
          <a:prstGeom prst="ellipse">
            <a:avLst/>
          </a:prstGeom>
          <a:solidFill>
            <a:srgbClr val="B482D2">
              <a:alpha val="2769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382E5C3-1F01-7A64-9DE3-3024D563BFE9}"/>
              </a:ext>
            </a:extLst>
          </p:cNvPr>
          <p:cNvSpPr/>
          <p:nvPr/>
        </p:nvSpPr>
        <p:spPr>
          <a:xfrm>
            <a:off x="5981700" y="304800"/>
            <a:ext cx="38100" cy="38100"/>
          </a:xfrm>
          <a:prstGeom prst="ellipse">
            <a:avLst/>
          </a:prstGeom>
          <a:solidFill>
            <a:srgbClr val="B482D2">
              <a:alpha val="3582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63246CB-CE64-057C-E025-3A5C5CE86669}"/>
              </a:ext>
            </a:extLst>
          </p:cNvPr>
          <p:cNvSpPr/>
          <p:nvPr/>
        </p:nvSpPr>
        <p:spPr>
          <a:xfrm>
            <a:off x="11379200" y="3149600"/>
            <a:ext cx="50800" cy="50800"/>
          </a:xfrm>
          <a:prstGeom prst="ellipse">
            <a:avLst/>
          </a:prstGeom>
          <a:solidFill>
            <a:srgbClr val="B482D2">
              <a:alpha val="1659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DBA9858-F4D5-D0F9-0B91-16D7560BC7A3}"/>
              </a:ext>
            </a:extLst>
          </p:cNvPr>
          <p:cNvSpPr/>
          <p:nvPr/>
        </p:nvSpPr>
        <p:spPr>
          <a:xfrm>
            <a:off x="1892300" y="3390900"/>
            <a:ext cx="63500" cy="63500"/>
          </a:xfrm>
          <a:prstGeom prst="ellipse">
            <a:avLst/>
          </a:prstGeom>
          <a:solidFill>
            <a:srgbClr val="B482D2">
              <a:alpha val="2778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87B70E8-F539-630C-ED59-CB37B44483F9}"/>
              </a:ext>
            </a:extLst>
          </p:cNvPr>
          <p:cNvSpPr/>
          <p:nvPr/>
        </p:nvSpPr>
        <p:spPr>
          <a:xfrm>
            <a:off x="8585200" y="2514600"/>
            <a:ext cx="38100" cy="38100"/>
          </a:xfrm>
          <a:prstGeom prst="ellipse">
            <a:avLst/>
          </a:prstGeom>
          <a:solidFill>
            <a:srgbClr val="B482D2">
              <a:alpha val="2278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49266C6-5CC2-4B57-A113-81CBC65D44AD}"/>
              </a:ext>
            </a:extLst>
          </p:cNvPr>
          <p:cNvSpPr/>
          <p:nvPr/>
        </p:nvSpPr>
        <p:spPr>
          <a:xfrm>
            <a:off x="7988300" y="5905500"/>
            <a:ext cx="25400" cy="25400"/>
          </a:xfrm>
          <a:prstGeom prst="ellipse">
            <a:avLst/>
          </a:prstGeom>
          <a:solidFill>
            <a:srgbClr val="B482D2">
              <a:alpha val="2687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3CB029D-C7A2-D56C-7F67-45784C4066F1}"/>
              </a:ext>
            </a:extLst>
          </p:cNvPr>
          <p:cNvSpPr/>
          <p:nvPr/>
        </p:nvSpPr>
        <p:spPr>
          <a:xfrm>
            <a:off x="11239500" y="2832100"/>
            <a:ext cx="50800" cy="50800"/>
          </a:xfrm>
          <a:prstGeom prst="ellipse">
            <a:avLst/>
          </a:prstGeom>
          <a:solidFill>
            <a:srgbClr val="B482D2">
              <a:alpha val="1718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BFE95CC-CC9C-5197-4D19-E3DB9C17C34C}"/>
              </a:ext>
            </a:extLst>
          </p:cNvPr>
          <p:cNvSpPr/>
          <p:nvPr/>
        </p:nvSpPr>
        <p:spPr>
          <a:xfrm>
            <a:off x="10375900" y="495300"/>
            <a:ext cx="25400" cy="25400"/>
          </a:xfrm>
          <a:prstGeom prst="ellipse">
            <a:avLst/>
          </a:prstGeom>
          <a:solidFill>
            <a:srgbClr val="B482D2">
              <a:alpha val="4344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12CF49-23EB-8351-66ED-BA81F9AC5CF2}"/>
              </a:ext>
            </a:extLst>
          </p:cNvPr>
          <p:cNvSpPr/>
          <p:nvPr/>
        </p:nvSpPr>
        <p:spPr>
          <a:xfrm>
            <a:off x="9398000" y="1003300"/>
            <a:ext cx="50800" cy="50800"/>
          </a:xfrm>
          <a:prstGeom prst="ellipse">
            <a:avLst/>
          </a:prstGeom>
          <a:solidFill>
            <a:srgbClr val="B482D2">
              <a:alpha val="5721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1B3ACC3-EA04-20E9-3559-434E096243F4}"/>
              </a:ext>
            </a:extLst>
          </p:cNvPr>
          <p:cNvSpPr/>
          <p:nvPr/>
        </p:nvSpPr>
        <p:spPr>
          <a:xfrm>
            <a:off x="1384300" y="3581400"/>
            <a:ext cx="50800" cy="50800"/>
          </a:xfrm>
          <a:prstGeom prst="ellipse">
            <a:avLst/>
          </a:prstGeom>
          <a:solidFill>
            <a:srgbClr val="B482D2">
              <a:alpha val="4366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B08AA57-F887-49AD-F979-80BC225D1CEB}"/>
              </a:ext>
            </a:extLst>
          </p:cNvPr>
          <p:cNvSpPr/>
          <p:nvPr/>
        </p:nvSpPr>
        <p:spPr>
          <a:xfrm>
            <a:off x="11531600" y="3048000"/>
            <a:ext cx="63500" cy="63500"/>
          </a:xfrm>
          <a:prstGeom prst="ellipse">
            <a:avLst/>
          </a:prstGeom>
          <a:solidFill>
            <a:srgbClr val="B482D2">
              <a:alpha val="1206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B3FD7B9-22A8-1393-2C79-DF7A534A2B10}"/>
              </a:ext>
            </a:extLst>
          </p:cNvPr>
          <p:cNvSpPr/>
          <p:nvPr/>
        </p:nvSpPr>
        <p:spPr>
          <a:xfrm>
            <a:off x="5791200" y="2006600"/>
            <a:ext cx="38100" cy="38100"/>
          </a:xfrm>
          <a:prstGeom prst="ellipse">
            <a:avLst/>
          </a:prstGeom>
          <a:solidFill>
            <a:srgbClr val="B482D2">
              <a:alpha val="5900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404C4BF-8F13-112B-DEC6-A6683D50352B}"/>
              </a:ext>
            </a:extLst>
          </p:cNvPr>
          <p:cNvSpPr/>
          <p:nvPr/>
        </p:nvSpPr>
        <p:spPr>
          <a:xfrm>
            <a:off x="4800600" y="4572000"/>
            <a:ext cx="38100" cy="38100"/>
          </a:xfrm>
          <a:prstGeom prst="ellipse">
            <a:avLst/>
          </a:prstGeom>
          <a:solidFill>
            <a:srgbClr val="B482D2">
              <a:alpha val="2674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D9C059C-5A50-D765-8456-C7F060C31777}"/>
              </a:ext>
            </a:extLst>
          </p:cNvPr>
          <p:cNvSpPr/>
          <p:nvPr/>
        </p:nvSpPr>
        <p:spPr>
          <a:xfrm>
            <a:off x="1701800" y="2222500"/>
            <a:ext cx="38100" cy="38100"/>
          </a:xfrm>
          <a:prstGeom prst="ellipse">
            <a:avLst/>
          </a:prstGeom>
          <a:solidFill>
            <a:srgbClr val="B482D2">
              <a:alpha val="5656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9636205-54A3-CDC8-8C8B-FF89B49BFBAD}"/>
              </a:ext>
            </a:extLst>
          </p:cNvPr>
          <p:cNvSpPr/>
          <p:nvPr/>
        </p:nvSpPr>
        <p:spPr>
          <a:xfrm>
            <a:off x="11049000" y="419100"/>
            <a:ext cx="63500" cy="63500"/>
          </a:xfrm>
          <a:prstGeom prst="ellipse">
            <a:avLst/>
          </a:prstGeom>
          <a:solidFill>
            <a:srgbClr val="B482D2">
              <a:alpha val="3603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BFF7370-D139-6E36-C57F-C1024CA1B1C5}"/>
              </a:ext>
            </a:extLst>
          </p:cNvPr>
          <p:cNvSpPr/>
          <p:nvPr/>
        </p:nvSpPr>
        <p:spPr>
          <a:xfrm>
            <a:off x="2311400" y="1612900"/>
            <a:ext cx="25400" cy="25400"/>
          </a:xfrm>
          <a:prstGeom prst="ellipse">
            <a:avLst/>
          </a:prstGeom>
          <a:solidFill>
            <a:srgbClr val="B482D2">
              <a:alpha val="2204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D125398-AB8A-F490-9968-437F3A3F2DE9}"/>
              </a:ext>
            </a:extLst>
          </p:cNvPr>
          <p:cNvSpPr/>
          <p:nvPr/>
        </p:nvSpPr>
        <p:spPr>
          <a:xfrm>
            <a:off x="1562100" y="2171700"/>
            <a:ext cx="63500" cy="63500"/>
          </a:xfrm>
          <a:prstGeom prst="ellipse">
            <a:avLst/>
          </a:prstGeom>
          <a:solidFill>
            <a:srgbClr val="B482D2">
              <a:alpha val="5096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F92D558-8C8F-170D-5E93-03B468FE8E1B}"/>
              </a:ext>
            </a:extLst>
          </p:cNvPr>
          <p:cNvSpPr/>
          <p:nvPr/>
        </p:nvSpPr>
        <p:spPr>
          <a:xfrm>
            <a:off x="5359400" y="228600"/>
            <a:ext cx="25400" cy="25400"/>
          </a:xfrm>
          <a:prstGeom prst="ellipse">
            <a:avLst/>
          </a:prstGeom>
          <a:solidFill>
            <a:srgbClr val="B482D2">
              <a:alpha val="4675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C031696-C466-4C93-0D11-9BBDE010146B}"/>
              </a:ext>
            </a:extLst>
          </p:cNvPr>
          <p:cNvSpPr/>
          <p:nvPr/>
        </p:nvSpPr>
        <p:spPr>
          <a:xfrm>
            <a:off x="495300" y="6667500"/>
            <a:ext cx="25400" cy="25400"/>
          </a:xfrm>
          <a:prstGeom prst="ellipse">
            <a:avLst/>
          </a:prstGeom>
          <a:solidFill>
            <a:srgbClr val="B482D2">
              <a:alpha val="4770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326F38-0264-4A9B-0EE9-4F42E9884094}"/>
              </a:ext>
            </a:extLst>
          </p:cNvPr>
          <p:cNvSpPr/>
          <p:nvPr/>
        </p:nvSpPr>
        <p:spPr>
          <a:xfrm>
            <a:off x="11010900" y="2324100"/>
            <a:ext cx="25400" cy="25400"/>
          </a:xfrm>
          <a:prstGeom prst="ellipse">
            <a:avLst/>
          </a:prstGeom>
          <a:solidFill>
            <a:srgbClr val="B482D2">
              <a:alpha val="5456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C82A2BD-E814-8BD3-F3AF-D6D7B9E5B46D}"/>
              </a:ext>
            </a:extLst>
          </p:cNvPr>
          <p:cNvSpPr/>
          <p:nvPr/>
        </p:nvSpPr>
        <p:spPr>
          <a:xfrm>
            <a:off x="4787900" y="3302000"/>
            <a:ext cx="50800" cy="50800"/>
          </a:xfrm>
          <a:prstGeom prst="ellipse">
            <a:avLst/>
          </a:prstGeom>
          <a:solidFill>
            <a:srgbClr val="B482D2">
              <a:alpha val="1737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32A14B6-B455-A958-1F11-4AA057A20FB5}"/>
              </a:ext>
            </a:extLst>
          </p:cNvPr>
          <p:cNvSpPr/>
          <p:nvPr/>
        </p:nvSpPr>
        <p:spPr>
          <a:xfrm>
            <a:off x="4965700" y="6184900"/>
            <a:ext cx="25400" cy="25400"/>
          </a:xfrm>
          <a:prstGeom prst="ellipse">
            <a:avLst/>
          </a:prstGeom>
          <a:solidFill>
            <a:srgbClr val="B482D2">
              <a:alpha val="3947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6D62AD6-A2ED-4496-BA8A-03B3F844E852}"/>
              </a:ext>
            </a:extLst>
          </p:cNvPr>
          <p:cNvSpPr/>
          <p:nvPr/>
        </p:nvSpPr>
        <p:spPr>
          <a:xfrm>
            <a:off x="952500" y="889000"/>
            <a:ext cx="38100" cy="38100"/>
          </a:xfrm>
          <a:prstGeom prst="ellipse">
            <a:avLst/>
          </a:prstGeom>
          <a:solidFill>
            <a:srgbClr val="B482D2">
              <a:alpha val="2485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905D9CD-90AF-9C6A-862F-6CAA0BF241DF}"/>
              </a:ext>
            </a:extLst>
          </p:cNvPr>
          <p:cNvSpPr/>
          <p:nvPr/>
        </p:nvSpPr>
        <p:spPr>
          <a:xfrm>
            <a:off x="533400" y="1701800"/>
            <a:ext cx="25400" cy="25400"/>
          </a:xfrm>
          <a:prstGeom prst="ellipse">
            <a:avLst/>
          </a:prstGeom>
          <a:solidFill>
            <a:srgbClr val="B482D2">
              <a:alpha val="3093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13479C6-2026-638D-8F26-CABDC27F9BF1}"/>
              </a:ext>
            </a:extLst>
          </p:cNvPr>
          <p:cNvSpPr/>
          <p:nvPr/>
        </p:nvSpPr>
        <p:spPr>
          <a:xfrm>
            <a:off x="8369300" y="660400"/>
            <a:ext cx="50800" cy="50800"/>
          </a:xfrm>
          <a:prstGeom prst="ellipse">
            <a:avLst/>
          </a:prstGeom>
          <a:solidFill>
            <a:srgbClr val="B482D2">
              <a:alpha val="5025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31B0B63-96D6-7359-6613-33125772EF68}"/>
              </a:ext>
            </a:extLst>
          </p:cNvPr>
          <p:cNvSpPr/>
          <p:nvPr/>
        </p:nvSpPr>
        <p:spPr>
          <a:xfrm>
            <a:off x="1371600" y="63500"/>
            <a:ext cx="25400" cy="25400"/>
          </a:xfrm>
          <a:prstGeom prst="ellipse">
            <a:avLst/>
          </a:prstGeom>
          <a:solidFill>
            <a:srgbClr val="B482D2">
              <a:alpha val="1324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D65D6B2-EF6B-9831-35B8-48A0B9276AA6}"/>
              </a:ext>
            </a:extLst>
          </p:cNvPr>
          <p:cNvSpPr/>
          <p:nvPr/>
        </p:nvSpPr>
        <p:spPr>
          <a:xfrm>
            <a:off x="4902200" y="3314700"/>
            <a:ext cx="38100" cy="38100"/>
          </a:xfrm>
          <a:prstGeom prst="ellipse">
            <a:avLst/>
          </a:prstGeom>
          <a:solidFill>
            <a:srgbClr val="B482D2">
              <a:alpha val="4068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6EFC3EE-94CF-0D8B-A42F-058EDFA32340}"/>
              </a:ext>
            </a:extLst>
          </p:cNvPr>
          <p:cNvSpPr/>
          <p:nvPr/>
        </p:nvSpPr>
        <p:spPr>
          <a:xfrm>
            <a:off x="952500" y="5880100"/>
            <a:ext cx="25400" cy="25400"/>
          </a:xfrm>
          <a:prstGeom prst="ellipse">
            <a:avLst/>
          </a:prstGeom>
          <a:solidFill>
            <a:srgbClr val="B482D2">
              <a:alpha val="5894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C42FF0F-DE59-88D2-AFFE-80BC71C17A3E}"/>
              </a:ext>
            </a:extLst>
          </p:cNvPr>
          <p:cNvSpPr/>
          <p:nvPr/>
        </p:nvSpPr>
        <p:spPr>
          <a:xfrm>
            <a:off x="11620500" y="5829300"/>
            <a:ext cx="50800" cy="50800"/>
          </a:xfrm>
          <a:prstGeom prst="ellipse">
            <a:avLst/>
          </a:prstGeom>
          <a:solidFill>
            <a:srgbClr val="B482D2">
              <a:alpha val="2580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633D4D5-C542-4A89-6EAB-C63C001CEA19}"/>
              </a:ext>
            </a:extLst>
          </p:cNvPr>
          <p:cNvSpPr/>
          <p:nvPr/>
        </p:nvSpPr>
        <p:spPr>
          <a:xfrm>
            <a:off x="4686300" y="3937000"/>
            <a:ext cx="50800" cy="50800"/>
          </a:xfrm>
          <a:prstGeom prst="ellipse">
            <a:avLst/>
          </a:prstGeom>
          <a:solidFill>
            <a:srgbClr val="B482D2">
              <a:alpha val="3734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92A5A03-FA70-7685-7501-25FD38E5D03A}"/>
              </a:ext>
            </a:extLst>
          </p:cNvPr>
          <p:cNvSpPr/>
          <p:nvPr/>
        </p:nvSpPr>
        <p:spPr>
          <a:xfrm>
            <a:off x="11061700" y="5029200"/>
            <a:ext cx="25400" cy="25400"/>
          </a:xfrm>
          <a:prstGeom prst="ellipse">
            <a:avLst/>
          </a:prstGeom>
          <a:solidFill>
            <a:srgbClr val="B482D2">
              <a:alpha val="1348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40279D6-C9DB-114C-4916-0CF77ED45644}"/>
              </a:ext>
            </a:extLst>
          </p:cNvPr>
          <p:cNvSpPr/>
          <p:nvPr/>
        </p:nvSpPr>
        <p:spPr>
          <a:xfrm>
            <a:off x="4038600" y="1447800"/>
            <a:ext cx="38100" cy="38100"/>
          </a:xfrm>
          <a:prstGeom prst="ellipse">
            <a:avLst/>
          </a:prstGeom>
          <a:solidFill>
            <a:srgbClr val="B482D2">
              <a:alpha val="5318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E9F4CBF-DCD1-F50A-03FA-41597C1961E4}"/>
              </a:ext>
            </a:extLst>
          </p:cNvPr>
          <p:cNvSpPr/>
          <p:nvPr/>
        </p:nvSpPr>
        <p:spPr>
          <a:xfrm>
            <a:off x="4762500" y="3670300"/>
            <a:ext cx="63500" cy="63500"/>
          </a:xfrm>
          <a:prstGeom prst="ellipse">
            <a:avLst/>
          </a:prstGeom>
          <a:solidFill>
            <a:srgbClr val="B482D2">
              <a:alpha val="3386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85D34BE-E115-E92D-A564-38059CA74A13}"/>
              </a:ext>
            </a:extLst>
          </p:cNvPr>
          <p:cNvSpPr/>
          <p:nvPr/>
        </p:nvSpPr>
        <p:spPr>
          <a:xfrm>
            <a:off x="1752600" y="6515100"/>
            <a:ext cx="63500" cy="63500"/>
          </a:xfrm>
          <a:prstGeom prst="ellipse">
            <a:avLst/>
          </a:prstGeom>
          <a:solidFill>
            <a:srgbClr val="B482D2">
              <a:alpha val="3423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BEB3949-E8CF-CC99-BC59-3CBCF9E5564C}"/>
              </a:ext>
            </a:extLst>
          </p:cNvPr>
          <p:cNvSpPr/>
          <p:nvPr/>
        </p:nvSpPr>
        <p:spPr>
          <a:xfrm>
            <a:off x="6654800" y="3378200"/>
            <a:ext cx="38100" cy="38100"/>
          </a:xfrm>
          <a:prstGeom prst="ellipse">
            <a:avLst/>
          </a:prstGeom>
          <a:solidFill>
            <a:srgbClr val="B482D2">
              <a:alpha val="2093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BDC0053-E692-BDDB-1634-D447A02AEA69}"/>
              </a:ext>
            </a:extLst>
          </p:cNvPr>
          <p:cNvSpPr/>
          <p:nvPr/>
        </p:nvSpPr>
        <p:spPr>
          <a:xfrm>
            <a:off x="6299200" y="1663700"/>
            <a:ext cx="63500" cy="63500"/>
          </a:xfrm>
          <a:prstGeom prst="ellipse">
            <a:avLst/>
          </a:prstGeom>
          <a:solidFill>
            <a:srgbClr val="B482D2">
              <a:alpha val="4158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08FD913-C416-DE0F-088F-ECE4BD6DD42E}"/>
              </a:ext>
            </a:extLst>
          </p:cNvPr>
          <p:cNvSpPr/>
          <p:nvPr/>
        </p:nvSpPr>
        <p:spPr>
          <a:xfrm>
            <a:off x="1333500" y="914400"/>
            <a:ext cx="25400" cy="25400"/>
          </a:xfrm>
          <a:prstGeom prst="ellipse">
            <a:avLst/>
          </a:prstGeom>
          <a:solidFill>
            <a:srgbClr val="B482D2">
              <a:alpha val="5506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0016783-D171-50B4-5EF7-73DE23DCFFB4}"/>
              </a:ext>
            </a:extLst>
          </p:cNvPr>
          <p:cNvSpPr/>
          <p:nvPr/>
        </p:nvSpPr>
        <p:spPr>
          <a:xfrm>
            <a:off x="6883400" y="5981700"/>
            <a:ext cx="25400" cy="25400"/>
          </a:xfrm>
          <a:prstGeom prst="ellipse">
            <a:avLst/>
          </a:prstGeom>
          <a:solidFill>
            <a:srgbClr val="B482D2">
              <a:alpha val="4374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0FCD1BD-70DC-E429-F1D7-66949B3A55CF}"/>
              </a:ext>
            </a:extLst>
          </p:cNvPr>
          <p:cNvSpPr/>
          <p:nvPr/>
        </p:nvSpPr>
        <p:spPr>
          <a:xfrm>
            <a:off x="7848600" y="6642100"/>
            <a:ext cx="25400" cy="25400"/>
          </a:xfrm>
          <a:prstGeom prst="ellipse">
            <a:avLst/>
          </a:prstGeom>
          <a:solidFill>
            <a:srgbClr val="B482D2">
              <a:alpha val="4751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C3CCDE4-2F16-0E8E-7BE9-7356D4F42BEF}"/>
              </a:ext>
            </a:extLst>
          </p:cNvPr>
          <p:cNvSpPr/>
          <p:nvPr/>
        </p:nvSpPr>
        <p:spPr>
          <a:xfrm>
            <a:off x="977900" y="4292600"/>
            <a:ext cx="38100" cy="38100"/>
          </a:xfrm>
          <a:prstGeom prst="ellipse">
            <a:avLst/>
          </a:prstGeom>
          <a:solidFill>
            <a:srgbClr val="B482D2">
              <a:alpha val="5861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AA8006C-1C45-9F72-CD78-5E6B3F42959C}"/>
              </a:ext>
            </a:extLst>
          </p:cNvPr>
          <p:cNvSpPr/>
          <p:nvPr/>
        </p:nvSpPr>
        <p:spPr>
          <a:xfrm>
            <a:off x="4241800" y="4064000"/>
            <a:ext cx="25400" cy="25400"/>
          </a:xfrm>
          <a:prstGeom prst="ellipse">
            <a:avLst/>
          </a:prstGeom>
          <a:solidFill>
            <a:srgbClr val="B482D2">
              <a:alpha val="2124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E244336-CE7D-1E71-CBF9-C4BFC4D897B6}"/>
              </a:ext>
            </a:extLst>
          </p:cNvPr>
          <p:cNvSpPr/>
          <p:nvPr/>
        </p:nvSpPr>
        <p:spPr>
          <a:xfrm>
            <a:off x="4089400" y="1473200"/>
            <a:ext cx="50800" cy="50800"/>
          </a:xfrm>
          <a:prstGeom prst="ellipse">
            <a:avLst/>
          </a:prstGeom>
          <a:solidFill>
            <a:srgbClr val="B482D2">
              <a:alpha val="3883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4919D6C-8651-1D38-8349-75CDD632A1D9}"/>
              </a:ext>
            </a:extLst>
          </p:cNvPr>
          <p:cNvSpPr/>
          <p:nvPr/>
        </p:nvSpPr>
        <p:spPr>
          <a:xfrm>
            <a:off x="4076700" y="2057400"/>
            <a:ext cx="25400" cy="25400"/>
          </a:xfrm>
          <a:prstGeom prst="ellipse">
            <a:avLst/>
          </a:prstGeom>
          <a:solidFill>
            <a:srgbClr val="B482D2">
              <a:alpha val="5191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B5B6CC9-1906-08DC-5FF0-6F1B89340702}"/>
              </a:ext>
            </a:extLst>
          </p:cNvPr>
          <p:cNvSpPr/>
          <p:nvPr/>
        </p:nvSpPr>
        <p:spPr>
          <a:xfrm>
            <a:off x="9664700" y="3632200"/>
            <a:ext cx="63500" cy="63500"/>
          </a:xfrm>
          <a:prstGeom prst="ellipse">
            <a:avLst/>
          </a:prstGeom>
          <a:solidFill>
            <a:srgbClr val="B482D2">
              <a:alpha val="2459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FB91EAD-EDF7-1E18-8C76-008120ACC9CF}"/>
              </a:ext>
            </a:extLst>
          </p:cNvPr>
          <p:cNvSpPr/>
          <p:nvPr/>
        </p:nvSpPr>
        <p:spPr>
          <a:xfrm>
            <a:off x="4457700" y="4864100"/>
            <a:ext cx="50800" cy="50800"/>
          </a:xfrm>
          <a:prstGeom prst="ellipse">
            <a:avLst/>
          </a:prstGeom>
          <a:solidFill>
            <a:srgbClr val="B482D2">
              <a:alpha val="5004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49A97F6-6A6C-E8F6-1D55-2A64785CA041}"/>
              </a:ext>
            </a:extLst>
          </p:cNvPr>
          <p:cNvSpPr/>
          <p:nvPr/>
        </p:nvSpPr>
        <p:spPr>
          <a:xfrm>
            <a:off x="1384300" y="6464300"/>
            <a:ext cx="25400" cy="25400"/>
          </a:xfrm>
          <a:prstGeom prst="ellipse">
            <a:avLst/>
          </a:prstGeom>
          <a:solidFill>
            <a:srgbClr val="B482D2">
              <a:alpha val="4865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197BC9B-E546-0DD6-B528-FBE2761D1B15}"/>
              </a:ext>
            </a:extLst>
          </p:cNvPr>
          <p:cNvSpPr/>
          <p:nvPr/>
        </p:nvSpPr>
        <p:spPr>
          <a:xfrm>
            <a:off x="2565400" y="2806700"/>
            <a:ext cx="50800" cy="50800"/>
          </a:xfrm>
          <a:prstGeom prst="ellipse">
            <a:avLst/>
          </a:prstGeom>
          <a:solidFill>
            <a:srgbClr val="B482D2">
              <a:alpha val="5192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BC8FAEB-CE92-2DB4-00AF-35F5B5D2A6A1}"/>
              </a:ext>
            </a:extLst>
          </p:cNvPr>
          <p:cNvSpPr/>
          <p:nvPr/>
        </p:nvSpPr>
        <p:spPr>
          <a:xfrm>
            <a:off x="8547100" y="927100"/>
            <a:ext cx="25400" cy="25400"/>
          </a:xfrm>
          <a:prstGeom prst="ellipse">
            <a:avLst/>
          </a:prstGeom>
          <a:solidFill>
            <a:srgbClr val="B482D2">
              <a:alpha val="4492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CF5BE58-79D6-22F6-B581-DFC801AEA3EF}"/>
              </a:ext>
            </a:extLst>
          </p:cNvPr>
          <p:cNvSpPr/>
          <p:nvPr/>
        </p:nvSpPr>
        <p:spPr>
          <a:xfrm>
            <a:off x="5664200" y="4051300"/>
            <a:ext cx="63500" cy="63500"/>
          </a:xfrm>
          <a:prstGeom prst="ellipse">
            <a:avLst/>
          </a:prstGeom>
          <a:solidFill>
            <a:srgbClr val="B482D2">
              <a:alpha val="3123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A7AAEFE-7454-1721-7800-A50A9EE6B3D8}"/>
              </a:ext>
            </a:extLst>
          </p:cNvPr>
          <p:cNvSpPr/>
          <p:nvPr/>
        </p:nvSpPr>
        <p:spPr>
          <a:xfrm>
            <a:off x="5702300" y="5664200"/>
            <a:ext cx="63500" cy="63500"/>
          </a:xfrm>
          <a:prstGeom prst="ellipse">
            <a:avLst/>
          </a:prstGeom>
          <a:solidFill>
            <a:srgbClr val="B482D2">
              <a:alpha val="1581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9AEB87F-34DC-D50A-3454-A9F3B606A510}"/>
              </a:ext>
            </a:extLst>
          </p:cNvPr>
          <p:cNvSpPr/>
          <p:nvPr/>
        </p:nvSpPr>
        <p:spPr>
          <a:xfrm>
            <a:off x="8674100" y="660400"/>
            <a:ext cx="63500" cy="63500"/>
          </a:xfrm>
          <a:prstGeom prst="ellipse">
            <a:avLst/>
          </a:prstGeom>
          <a:solidFill>
            <a:srgbClr val="B482D2">
              <a:alpha val="1708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2585093-94A2-D345-AF0B-37B1480CA26D}"/>
              </a:ext>
            </a:extLst>
          </p:cNvPr>
          <p:cNvSpPr/>
          <p:nvPr/>
        </p:nvSpPr>
        <p:spPr>
          <a:xfrm>
            <a:off x="508000" y="431800"/>
            <a:ext cx="1905000" cy="279400"/>
          </a:xfrm>
          <a:prstGeom prst="rect">
            <a:avLst/>
          </a:prstGeom>
          <a:solidFill>
            <a:srgbClr val="E200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INTERNAL USE ONLY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227163F-25A7-459A-D94E-7095093E0953}"/>
              </a:ext>
            </a:extLst>
          </p:cNvPr>
          <p:cNvSpPr txBox="1"/>
          <p:nvPr/>
        </p:nvSpPr>
        <p:spPr>
          <a:xfrm>
            <a:off x="533400" y="3856166"/>
            <a:ext cx="2540000" cy="261610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DATE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D23E26C-5ED9-5D51-30D5-5E00B1407373}"/>
              </a:ext>
            </a:extLst>
          </p:cNvPr>
          <p:cNvSpPr/>
          <p:nvPr/>
        </p:nvSpPr>
        <p:spPr>
          <a:xfrm>
            <a:off x="558800" y="4089400"/>
            <a:ext cx="1524000" cy="50800"/>
          </a:xfrm>
          <a:prstGeom prst="rect">
            <a:avLst/>
          </a:prstGeom>
          <a:gradFill flip="none" rotWithShape="1">
            <a:gsLst>
              <a:gs pos="0">
                <a:srgbClr val="F39200"/>
              </a:gs>
              <a:gs pos="100000">
                <a:srgbClr val="E20074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46A888C-E567-E92A-DB1D-2006C99BEFF4}"/>
              </a:ext>
            </a:extLst>
          </p:cNvPr>
          <p:cNvSpPr txBox="1"/>
          <p:nvPr/>
        </p:nvSpPr>
        <p:spPr>
          <a:xfrm>
            <a:off x="508000" y="3790147"/>
            <a:ext cx="10414000" cy="1308050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Segoe UI" panose="020B0502040204020203" pitchFamily="34" charset="0"/>
              </a:rPr>
              <a:t>NodeConfigurator - Runtime Plugin Architecture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BD41C3C-3F77-3560-6338-F0647D562AC1}"/>
              </a:ext>
            </a:extLst>
          </p:cNvPr>
          <p:cNvSpPr txBox="1"/>
          <p:nvPr/>
        </p:nvSpPr>
        <p:spPr>
          <a:xfrm>
            <a:off x="533400" y="5953611"/>
            <a:ext cx="8890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Name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75911A1-B5A1-073F-653B-91EE8ED3518D}"/>
              </a:ext>
            </a:extLst>
          </p:cNvPr>
          <p:cNvSpPr txBox="1"/>
          <p:nvPr/>
        </p:nvSpPr>
        <p:spPr>
          <a:xfrm>
            <a:off x="533400" y="3863861"/>
            <a:ext cx="2540000" cy="2462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1100">
                <a:solidFill>
                  <a:srgbClr val="D2BEDC"/>
                </a:solidFill>
                <a:latin typeface="Segoe UI" panose="020B0502040204020203" pitchFamily="34" charset="0"/>
              </a:rPr>
              <a:t>29 July 2026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5CD6CCE-EBC4-185F-189B-725CE3D7D875}"/>
              </a:ext>
            </a:extLst>
          </p:cNvPr>
          <p:cNvSpPr txBox="1"/>
          <p:nvPr/>
        </p:nvSpPr>
        <p:spPr>
          <a:xfrm>
            <a:off x="304800" y="6630144"/>
            <a:ext cx="7874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800">
                <a:solidFill>
                  <a:srgbClr val="C8BED2"/>
                </a:solidFill>
                <a:latin typeface="Segoe UI" panose="020B0502040204020203" pitchFamily="34" charset="0"/>
              </a:rPr>
              <a:t>For Internal Use Only. (c)2026 AVEVA Group plc and its subsidiaries. All rights reserved.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043D091-AF4E-8E89-60B4-4F972D6C3BFC}"/>
              </a:ext>
            </a:extLst>
          </p:cNvPr>
          <p:cNvSpPr txBox="1"/>
          <p:nvPr/>
        </p:nvSpPr>
        <p:spPr>
          <a:xfrm>
            <a:off x="10287000" y="6334611"/>
            <a:ext cx="1651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r"/>
            <a:r>
              <a:rPr lang="en-US" sz="2000" b="1">
                <a:solidFill>
                  <a:srgbClr val="FFFFFF"/>
                </a:solidFill>
                <a:latin typeface="Segoe UI Semibold" panose="020B0702040204020203" pitchFamily="34" charset="0"/>
              </a:rPr>
              <a:t>AVEVA</a:t>
            </a:r>
          </a:p>
        </p:txBody>
      </p:sp>
    </p:spTree>
    <p:extLst>
      <p:ext uri="{BB962C8B-B14F-4D97-AF65-F5344CB8AC3E}">
        <p14:creationId xmlns:p14="http://schemas.microsoft.com/office/powerpoint/2010/main" val="424753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9497B7-7653-E271-7CB6-062346B148DF}"/>
              </a:ext>
            </a:extLst>
          </p:cNvPr>
          <p:cNvSpPr/>
          <p:nvPr/>
        </p:nvSpPr>
        <p:spPr>
          <a:xfrm>
            <a:off x="508000" y="508000"/>
            <a:ext cx="1143000" cy="50800"/>
          </a:xfrm>
          <a:prstGeom prst="rect">
            <a:avLst/>
          </a:prstGeom>
          <a:gradFill flip="none" rotWithShape="1">
            <a:gsLst>
              <a:gs pos="0">
                <a:srgbClr val="F39200"/>
              </a:gs>
              <a:gs pos="100000">
                <a:srgbClr val="E20074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2FDFA-524F-17E5-29D4-E1B1F2AC9131}"/>
              </a:ext>
            </a:extLst>
          </p:cNvPr>
          <p:cNvSpPr txBox="1"/>
          <p:nvPr/>
        </p:nvSpPr>
        <p:spPr>
          <a:xfrm>
            <a:off x="482600" y="598845"/>
            <a:ext cx="10922000" cy="477054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2600" b="1">
                <a:solidFill>
                  <a:srgbClr val="4A0A5B"/>
                </a:solidFill>
                <a:latin typeface="Segoe UI" panose="020B0502040204020203" pitchFamily="34" charset="0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32795-1AE8-2E15-A6CC-4C86A9C296D3}"/>
              </a:ext>
            </a:extLst>
          </p:cNvPr>
          <p:cNvSpPr txBox="1"/>
          <p:nvPr/>
        </p:nvSpPr>
        <p:spPr>
          <a:xfrm>
            <a:off x="304800" y="6630144"/>
            <a:ext cx="7874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800">
                <a:solidFill>
                  <a:srgbClr val="5A5A5A"/>
                </a:solidFill>
                <a:latin typeface="Segoe UI" panose="020B0502040204020203" pitchFamily="34" charset="0"/>
              </a:rPr>
              <a:t>For Internal Use Only. (c)2026 AVEVA Group plc and its subsidiaries.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820B4-AA93-6777-8464-47EE7B133F8B}"/>
              </a:ext>
            </a:extLst>
          </p:cNvPr>
          <p:cNvSpPr txBox="1"/>
          <p:nvPr/>
        </p:nvSpPr>
        <p:spPr>
          <a:xfrm>
            <a:off x="10287000" y="6334611"/>
            <a:ext cx="1651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r"/>
            <a:r>
              <a:rPr lang="en-US" sz="2000" b="1">
                <a:solidFill>
                  <a:srgbClr val="4A0A5B"/>
                </a:solidFill>
                <a:latin typeface="Segoe UI Semibold" panose="020B0702040204020203" pitchFamily="34" charset="0"/>
              </a:rPr>
              <a:t>AVEVA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1B90E-00B4-5436-099D-82607427C51D}"/>
              </a:ext>
            </a:extLst>
          </p:cNvPr>
          <p:cNvSpPr txBox="1"/>
          <p:nvPr/>
        </p:nvSpPr>
        <p:spPr>
          <a:xfrm>
            <a:off x="558800" y="1524000"/>
            <a:ext cx="11049000" cy="271869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>
                <a:solidFill>
                  <a:srgbClr val="2D2D37"/>
                </a:solidFill>
                <a:latin typeface="Segoe UI" panose="020B0502040204020203" pitchFamily="34" charset="0"/>
              </a:rPr>
              <a:t>The problem: independent teams ship UI plugins without recompiling or redeploying the host.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>
                <a:solidFill>
                  <a:srgbClr val="2D2D37"/>
                </a:solidFill>
                <a:latin typeface="Segoe UI" panose="020B0502040204020203" pitchFamily="34" charset="0"/>
              </a:rPr>
              <a:t>The host discovers plugins on disk at startup and loads each into its own isolated AssemblyLoadContext (ALC).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>
                <a:solidFill>
                  <a:srgbClr val="2D2D37"/>
                </a:solidFill>
                <a:latin typeface="Segoe UI" panose="020B0502040204020203" pitchFamily="34" charset="0"/>
              </a:rPr>
              <a:t>Dependency isolation: two plugins can use different versions of the same library (Newtonsoft.Json 12 vs 13, Markdig 0.31 vs 0.38).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>
                <a:solidFill>
                  <a:srgbClr val="2D2D37"/>
                </a:solidFill>
                <a:latin typeface="Segoe UI" panose="020B0502040204020203" pitchFamily="34" charset="0"/>
              </a:rPr>
              <a:t>A minimal, stable contract: plugins reference only NodeConfigurator.Abstractions (the IExtension contract).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>
                <a:solidFill>
                  <a:srgbClr val="2D2D37"/>
                </a:solidFill>
                <a:latin typeface="Segoe UI" panose="020B0502040204020203" pitchFamily="34" charset="0"/>
              </a:rPr>
              <a:t>Fault tolerance: a bad plugin is logged and skipped - it never crashes the host.</a:t>
            </a:r>
          </a:p>
        </p:txBody>
      </p:sp>
    </p:spTree>
    <p:extLst>
      <p:ext uri="{BB962C8B-B14F-4D97-AF65-F5344CB8AC3E}">
        <p14:creationId xmlns:p14="http://schemas.microsoft.com/office/powerpoint/2010/main" val="202054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30E788-06CE-EEE6-342C-140965B17993}"/>
              </a:ext>
            </a:extLst>
          </p:cNvPr>
          <p:cNvSpPr/>
          <p:nvPr/>
        </p:nvSpPr>
        <p:spPr>
          <a:xfrm>
            <a:off x="508000" y="508000"/>
            <a:ext cx="1143000" cy="50800"/>
          </a:xfrm>
          <a:prstGeom prst="rect">
            <a:avLst/>
          </a:prstGeom>
          <a:gradFill flip="none" rotWithShape="1">
            <a:gsLst>
              <a:gs pos="0">
                <a:srgbClr val="F39200"/>
              </a:gs>
              <a:gs pos="100000">
                <a:srgbClr val="E20074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AE990-D28F-57E1-1EDD-89C0E6E501E0}"/>
              </a:ext>
            </a:extLst>
          </p:cNvPr>
          <p:cNvSpPr txBox="1"/>
          <p:nvPr/>
        </p:nvSpPr>
        <p:spPr>
          <a:xfrm>
            <a:off x="482600" y="598845"/>
            <a:ext cx="10922000" cy="477054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2600" b="1">
                <a:solidFill>
                  <a:srgbClr val="4A0A5B"/>
                </a:solidFill>
                <a:latin typeface="Segoe UI" panose="020B0502040204020203" pitchFamily="34" charset="0"/>
              </a:rPr>
              <a:t>Phases 1 &amp; 2 - Foundation (Summary)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CC876-1F7A-E7AF-AF94-658AE7E92F63}"/>
              </a:ext>
            </a:extLst>
          </p:cNvPr>
          <p:cNvSpPr txBox="1"/>
          <p:nvPr/>
        </p:nvSpPr>
        <p:spPr>
          <a:xfrm>
            <a:off x="304800" y="6630144"/>
            <a:ext cx="7874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800">
                <a:solidFill>
                  <a:srgbClr val="5A5A5A"/>
                </a:solidFill>
                <a:latin typeface="Segoe UI" panose="020B0502040204020203" pitchFamily="34" charset="0"/>
              </a:rPr>
              <a:t>For Internal Use Only. (c)2026 AVEVA Group plc and its subsidiaries.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0981E-D20C-4123-ABA6-6D5C9C510E03}"/>
              </a:ext>
            </a:extLst>
          </p:cNvPr>
          <p:cNvSpPr txBox="1"/>
          <p:nvPr/>
        </p:nvSpPr>
        <p:spPr>
          <a:xfrm>
            <a:off x="10287000" y="6334611"/>
            <a:ext cx="1651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r"/>
            <a:r>
              <a:rPr lang="en-US" sz="2000" b="1">
                <a:solidFill>
                  <a:srgbClr val="4A0A5B"/>
                </a:solidFill>
                <a:latin typeface="Segoe UI Semibold" panose="020B0702040204020203" pitchFamily="34" charset="0"/>
              </a:rPr>
              <a:t>AVEVA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C9DAE-F45F-94EB-5996-0DCF7BDB679E}"/>
              </a:ext>
            </a:extLst>
          </p:cNvPr>
          <p:cNvSpPr txBox="1"/>
          <p:nvPr/>
        </p:nvSpPr>
        <p:spPr>
          <a:xfrm>
            <a:off x="558800" y="1524000"/>
            <a:ext cx="54610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>
                <a:solidFill>
                  <a:srgbClr val="2D2D37"/>
                </a:solidFill>
                <a:latin typeface="Segoe UI" panose="020B0502040204020203" pitchFamily="34" charset="0"/>
              </a:rPr>
              <a:t>Phase 1 - Contract &amp; shell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>
                <a:solidFill>
                  <a:srgbClr val="2D2D37"/>
                </a:solidFill>
                <a:latin typeface="Segoe UI" panose="020B0502040204020203" pitchFamily="34" charset="0"/>
              </a:rPr>
              <a:t>Defined IExtension + IExtensionContext.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>
                <a:solidFill>
                  <a:srgbClr val="2D2D37"/>
                </a:solidFill>
                <a:latin typeface="Segoe UI" panose="020B0502040204020203" pitchFamily="34" charset="0"/>
              </a:rPr>
              <a:t>Built the MAUI Blazor Hybrid host shell.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>
                <a:solidFill>
                  <a:srgbClr val="2D2D37"/>
                </a:solidFill>
                <a:latin typeface="Segoe UI" panose="020B0502040204020203" pitchFamily="34" charset="0"/>
              </a:rPr>
              <a:t>Rendered plugin Razor UI via DynamicComponent.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67BC6-2F80-A174-F9F3-75E9C186D78F}"/>
              </a:ext>
            </a:extLst>
          </p:cNvPr>
          <p:cNvSpPr txBox="1"/>
          <p:nvPr/>
        </p:nvSpPr>
        <p:spPr>
          <a:xfrm>
            <a:off x="6350000" y="1524000"/>
            <a:ext cx="53340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>
                <a:solidFill>
                  <a:srgbClr val="2D2D37"/>
                </a:solidFill>
                <a:latin typeface="Segoe UI" panose="020B0502040204020203" pitchFamily="34" charset="0"/>
              </a:rPr>
              <a:t>Phase 2 - Discovery &amp; lifecycle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>
                <a:solidFill>
                  <a:srgbClr val="2D2D37"/>
                </a:solidFill>
                <a:latin typeface="Segoe UI" panose="020B0502040204020203" pitchFamily="34" charset="0"/>
              </a:rPr>
              <a:t>Manifest-driven discovery (manifest.json).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>
                <a:solidFill>
                  <a:srgbClr val="2D2D37"/>
                </a:solidFill>
                <a:latin typeface="Segoe UI" panose="020B0502040204020203" pitchFamily="34" charset="0"/>
              </a:rPr>
              <a:t>Highest-version selection per plugin id.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>
                <a:solidFill>
                  <a:srgbClr val="2D2D37"/>
                </a:solidFill>
                <a:latin typeface="Segoe UI" panose="020B0502040204020203" pitchFamily="34" charset="0"/>
              </a:rPr>
              <a:t>Event bus + snapshot persistence (AppSnapshot).</a:t>
            </a:r>
          </a:p>
        </p:txBody>
      </p:sp>
    </p:spTree>
    <p:extLst>
      <p:ext uri="{BB962C8B-B14F-4D97-AF65-F5344CB8AC3E}">
        <p14:creationId xmlns:p14="http://schemas.microsoft.com/office/powerpoint/2010/main" val="226957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C80FC7-A5DB-C2B9-20B2-EA4DC193FC1E}"/>
              </a:ext>
            </a:extLst>
          </p:cNvPr>
          <p:cNvSpPr/>
          <p:nvPr/>
        </p:nvSpPr>
        <p:spPr>
          <a:xfrm>
            <a:off x="508000" y="508000"/>
            <a:ext cx="1143000" cy="50800"/>
          </a:xfrm>
          <a:prstGeom prst="rect">
            <a:avLst/>
          </a:prstGeom>
          <a:gradFill flip="none" rotWithShape="1">
            <a:gsLst>
              <a:gs pos="0">
                <a:srgbClr val="F39200"/>
              </a:gs>
              <a:gs pos="100000">
                <a:srgbClr val="E20074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DF816-3EC4-3B08-0D50-45707E7D50C9}"/>
              </a:ext>
            </a:extLst>
          </p:cNvPr>
          <p:cNvSpPr txBox="1"/>
          <p:nvPr/>
        </p:nvSpPr>
        <p:spPr>
          <a:xfrm>
            <a:off x="482600" y="598845"/>
            <a:ext cx="10922000" cy="477054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2600" b="1">
                <a:solidFill>
                  <a:srgbClr val="4A0A5B"/>
                </a:solidFill>
                <a:latin typeface="Segoe UI" panose="020B0502040204020203" pitchFamily="34" charset="0"/>
              </a:rPr>
              <a:t>Phase 3 - Runtime Plugin Isolation (ALC per Plugin)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8FD2A-CC97-D28E-32F9-E3E8E2A88CA3}"/>
              </a:ext>
            </a:extLst>
          </p:cNvPr>
          <p:cNvSpPr txBox="1"/>
          <p:nvPr/>
        </p:nvSpPr>
        <p:spPr>
          <a:xfrm>
            <a:off x="304800" y="6630144"/>
            <a:ext cx="7874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800">
                <a:solidFill>
                  <a:srgbClr val="5A5A5A"/>
                </a:solidFill>
                <a:latin typeface="Segoe UI" panose="020B0502040204020203" pitchFamily="34" charset="0"/>
              </a:rPr>
              <a:t>For Internal Use Only. (c)2026 AVEVA Group plc and its subsidiaries.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EE83C-26DC-FDA3-BB03-7B755286B1FF}"/>
              </a:ext>
            </a:extLst>
          </p:cNvPr>
          <p:cNvSpPr txBox="1"/>
          <p:nvPr/>
        </p:nvSpPr>
        <p:spPr>
          <a:xfrm>
            <a:off x="10287000" y="6334611"/>
            <a:ext cx="1651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r"/>
            <a:r>
              <a:rPr lang="en-US" sz="2000" b="1">
                <a:solidFill>
                  <a:srgbClr val="4A0A5B"/>
                </a:solidFill>
                <a:latin typeface="Segoe UI Semibold" panose="020B0702040204020203" pitchFamily="34" charset="0"/>
              </a:rPr>
              <a:t>AVEVA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4C50C-8870-6E44-EDFB-81CB8525E237}"/>
              </a:ext>
            </a:extLst>
          </p:cNvPr>
          <p:cNvSpPr/>
          <p:nvPr/>
        </p:nvSpPr>
        <p:spPr>
          <a:xfrm>
            <a:off x="508000" y="1524000"/>
            <a:ext cx="2413000" cy="3175000"/>
          </a:xfrm>
          <a:prstGeom prst="rect">
            <a:avLst/>
          </a:prstGeom>
          <a:solidFill>
            <a:srgbClr val="ECECF0"/>
          </a:solidFill>
          <a:ln w="15875"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93B63-B40F-2EF3-A821-E20F3AA2D5D8}"/>
              </a:ext>
            </a:extLst>
          </p:cNvPr>
          <p:cNvSpPr txBox="1"/>
          <p:nvPr/>
        </p:nvSpPr>
        <p:spPr>
          <a:xfrm>
            <a:off x="508000" y="1603261"/>
            <a:ext cx="2413000" cy="2462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ctr"/>
            <a:r>
              <a:rPr lang="en-US" sz="1100" b="1">
                <a:solidFill>
                  <a:srgbClr val="464650"/>
                </a:solidFill>
                <a:latin typeface="Segoe UI" panose="020B0502040204020203" pitchFamily="34" charset="0"/>
              </a:rPr>
              <a:t>Host Solution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5F0CBF-4155-49B4-4DC6-CFB429C41BBF}"/>
              </a:ext>
            </a:extLst>
          </p:cNvPr>
          <p:cNvSpPr/>
          <p:nvPr/>
        </p:nvSpPr>
        <p:spPr>
          <a:xfrm>
            <a:off x="685800" y="1905000"/>
            <a:ext cx="20574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000">
                <a:solidFill>
                  <a:srgbClr val="282832"/>
                </a:solidFill>
                <a:latin typeface="Segoe UI" panose="020B0502040204020203" pitchFamily="34" charset="0"/>
              </a:rPr>
              <a:t>NodeConfigurator.Host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E01CF2-9E6A-B657-6B7A-9936C6D2FEBD}"/>
              </a:ext>
            </a:extLst>
          </p:cNvPr>
          <p:cNvSpPr/>
          <p:nvPr/>
        </p:nvSpPr>
        <p:spPr>
          <a:xfrm>
            <a:off x="685800" y="254000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900">
                <a:solidFill>
                  <a:srgbClr val="282832"/>
                </a:solidFill>
                <a:latin typeface="Segoe UI" panose="020B0502040204020203" pitchFamily="34" charset="0"/>
              </a:rPr>
              <a:t>NodeConfigurator.Core
(PluginLoader, PluginLoadContext)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0D82E5-43BB-D28E-618F-3702E8E4BD9A}"/>
              </a:ext>
            </a:extLst>
          </p:cNvPr>
          <p:cNvSpPr/>
          <p:nvPr/>
        </p:nvSpPr>
        <p:spPr>
          <a:xfrm>
            <a:off x="685800" y="3352800"/>
            <a:ext cx="2057400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900">
                <a:solidFill>
                  <a:srgbClr val="282832"/>
                </a:solidFill>
                <a:latin typeface="Segoe UI" panose="020B0502040204020203" pitchFamily="34" charset="0"/>
              </a:rPr>
              <a:t>NodeConfigurator.Abstractions (NuGet)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20A612-0486-83CF-991A-E420341C8EBB}"/>
              </a:ext>
            </a:extLst>
          </p:cNvPr>
          <p:cNvSpPr/>
          <p:nvPr/>
        </p:nvSpPr>
        <p:spPr>
          <a:xfrm>
            <a:off x="508000" y="4089400"/>
            <a:ext cx="2413000" cy="584200"/>
          </a:xfrm>
          <a:prstGeom prst="roundRect">
            <a:avLst/>
          </a:prstGeom>
          <a:solidFill>
            <a:srgbClr val="F6F0D2"/>
          </a:solidFill>
          <a:ln w="12700">
            <a:solidFill>
              <a:srgbClr val="C8B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800">
                <a:solidFill>
                  <a:srgbClr val="5A4614"/>
                </a:solidFill>
                <a:latin typeface="Segoe UI" panose="020B0502040204020203" pitchFamily="34" charset="0"/>
              </a:rPr>
              <a:t>Boundary (shared): Abstractions + Blazor + System.Text.Json + JSInterop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D6F8C5F-8F93-C0F5-4E5A-B4F00011B827}"/>
              </a:ext>
            </a:extLst>
          </p:cNvPr>
          <p:cNvSpPr/>
          <p:nvPr/>
        </p:nvSpPr>
        <p:spPr>
          <a:xfrm>
            <a:off x="3175000" y="1625600"/>
            <a:ext cx="5842000" cy="381000"/>
          </a:xfrm>
          <a:prstGeom prst="rightArrow">
            <a:avLst/>
          </a:prstGeom>
          <a:solidFill>
            <a:srgbClr val="AAAA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Runtime Plugin Loader:  Discover -&gt; Read manifest.json -&gt; Select highest version -&gt; Load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08D384-6B46-7143-77D0-D53A5D0C2C2A}"/>
              </a:ext>
            </a:extLst>
          </p:cNvPr>
          <p:cNvSpPr/>
          <p:nvPr/>
        </p:nvSpPr>
        <p:spPr>
          <a:xfrm>
            <a:off x="3175000" y="2184400"/>
            <a:ext cx="1841500" cy="1905000"/>
          </a:xfrm>
          <a:prstGeom prst="rect">
            <a:avLst/>
          </a:prstGeom>
          <a:solidFill>
            <a:srgbClr val="E0E0E8"/>
          </a:solidFill>
          <a:ln w="12700">
            <a:solidFill>
              <a:srgbClr val="A0A0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A54569-C5D0-29B8-BD39-E12DF4672C10}"/>
              </a:ext>
            </a:extLst>
          </p:cNvPr>
          <p:cNvSpPr txBox="1"/>
          <p:nvPr/>
        </p:nvSpPr>
        <p:spPr>
          <a:xfrm>
            <a:off x="3175000" y="2225189"/>
            <a:ext cx="1841500" cy="32316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3C3C4B"/>
                </a:solidFill>
                <a:latin typeface="Segoe UI" panose="020B0502040204020203" pitchFamily="34" charset="0"/>
              </a:rPr>
              <a:t>AssemblyLoadContext:
Plugin:identity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C11453-B063-F368-6ABF-91FDCCC4C74A}"/>
              </a:ext>
            </a:extLst>
          </p:cNvPr>
          <p:cNvSpPr/>
          <p:nvPr/>
        </p:nvSpPr>
        <p:spPr>
          <a:xfrm>
            <a:off x="3302000" y="2641600"/>
            <a:ext cx="1587500" cy="533400"/>
          </a:xfrm>
          <a:prstGeom prst="roundRect">
            <a:avLst/>
          </a:prstGeom>
          <a:solidFill>
            <a:srgbClr val="D2C8E1"/>
          </a:solidFill>
          <a:ln w="12700">
            <a:solidFill>
              <a:srgbClr val="968C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900">
                <a:solidFill>
                  <a:srgbClr val="2D283C"/>
                </a:solidFill>
                <a:latin typeface="Segoe UI" panose="020B0502040204020203" pitchFamily="34" charset="0"/>
              </a:rPr>
              <a:t>Plugin Entry Assembly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98D56B-6F30-AABE-8009-890708760875}"/>
              </a:ext>
            </a:extLst>
          </p:cNvPr>
          <p:cNvSpPr/>
          <p:nvPr/>
        </p:nvSpPr>
        <p:spPr>
          <a:xfrm>
            <a:off x="3302000" y="3276600"/>
            <a:ext cx="1587500" cy="635000"/>
          </a:xfrm>
          <a:prstGeom prst="roundRect">
            <a:avLst/>
          </a:prstGeom>
          <a:solidFill>
            <a:srgbClr val="CDDCEB"/>
          </a:solidFill>
          <a:ln w="12700">
            <a:solidFill>
              <a:srgbClr val="8CA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900">
                <a:solidFill>
                  <a:srgbClr val="1E2D41"/>
                </a:solidFill>
                <a:latin typeface="Segoe UI" panose="020B0502040204020203" pitchFamily="34" charset="0"/>
              </a:rPr>
              <a:t>Private Dependencies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B2834D-B609-D9A3-2D2E-DA74354C285C}"/>
              </a:ext>
            </a:extLst>
          </p:cNvPr>
          <p:cNvSpPr/>
          <p:nvPr/>
        </p:nvSpPr>
        <p:spPr>
          <a:xfrm>
            <a:off x="5143500" y="2184400"/>
            <a:ext cx="1841500" cy="1905000"/>
          </a:xfrm>
          <a:prstGeom prst="rect">
            <a:avLst/>
          </a:prstGeom>
          <a:solidFill>
            <a:srgbClr val="E0E0E8"/>
          </a:solidFill>
          <a:ln w="12700">
            <a:solidFill>
              <a:srgbClr val="A0A0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5ED335-7995-F508-C55F-325F6183D2E9}"/>
              </a:ext>
            </a:extLst>
          </p:cNvPr>
          <p:cNvSpPr txBox="1"/>
          <p:nvPr/>
        </p:nvSpPr>
        <p:spPr>
          <a:xfrm>
            <a:off x="5143500" y="2225189"/>
            <a:ext cx="1841500" cy="32316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3C3C4B"/>
                </a:solidFill>
                <a:latin typeface="Segoe UI" panose="020B0502040204020203" pitchFamily="34" charset="0"/>
              </a:rPr>
              <a:t>AssemblyLoadContext:
Plugin:centralnode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8ABD213-9681-483B-A87F-172C37C7669A}"/>
              </a:ext>
            </a:extLst>
          </p:cNvPr>
          <p:cNvSpPr/>
          <p:nvPr/>
        </p:nvSpPr>
        <p:spPr>
          <a:xfrm>
            <a:off x="5270500" y="2641600"/>
            <a:ext cx="1587500" cy="533400"/>
          </a:xfrm>
          <a:prstGeom prst="roundRect">
            <a:avLst/>
          </a:prstGeom>
          <a:solidFill>
            <a:srgbClr val="D2C8E1"/>
          </a:solidFill>
          <a:ln w="12700">
            <a:solidFill>
              <a:srgbClr val="968C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900">
                <a:solidFill>
                  <a:srgbClr val="2D283C"/>
                </a:solidFill>
                <a:latin typeface="Segoe UI" panose="020B0502040204020203" pitchFamily="34" charset="0"/>
              </a:rPr>
              <a:t>Plugin Entry Assembly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B0851C2-5B40-B307-6216-75C1A4731117}"/>
              </a:ext>
            </a:extLst>
          </p:cNvPr>
          <p:cNvSpPr/>
          <p:nvPr/>
        </p:nvSpPr>
        <p:spPr>
          <a:xfrm>
            <a:off x="5270500" y="3276600"/>
            <a:ext cx="1587500" cy="635000"/>
          </a:xfrm>
          <a:prstGeom prst="roundRect">
            <a:avLst/>
          </a:prstGeom>
          <a:solidFill>
            <a:srgbClr val="CDDCEB"/>
          </a:solidFill>
          <a:ln w="12700">
            <a:solidFill>
              <a:srgbClr val="8CA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900">
                <a:solidFill>
                  <a:srgbClr val="1E2D41"/>
                </a:solidFill>
                <a:latin typeface="Segoe UI" panose="020B0502040204020203" pitchFamily="34" charset="0"/>
              </a:rPr>
              <a:t>Private Dependencies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0B9E88-9D50-E06C-9B12-2005476D58CE}"/>
              </a:ext>
            </a:extLst>
          </p:cNvPr>
          <p:cNvSpPr/>
          <p:nvPr/>
        </p:nvSpPr>
        <p:spPr>
          <a:xfrm>
            <a:off x="7112000" y="2184400"/>
            <a:ext cx="1841500" cy="1905000"/>
          </a:xfrm>
          <a:prstGeom prst="rect">
            <a:avLst/>
          </a:prstGeom>
          <a:solidFill>
            <a:srgbClr val="E0E0E8"/>
          </a:solidFill>
          <a:ln w="12700">
            <a:solidFill>
              <a:srgbClr val="A0A0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D569A2-8FE0-218F-60A0-572BECEB09EF}"/>
              </a:ext>
            </a:extLst>
          </p:cNvPr>
          <p:cNvSpPr txBox="1"/>
          <p:nvPr/>
        </p:nvSpPr>
        <p:spPr>
          <a:xfrm>
            <a:off x="7112000" y="2225189"/>
            <a:ext cx="1841500" cy="32316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3C3C4B"/>
                </a:solidFill>
                <a:latin typeface="Segoe UI" panose="020B0502040204020203" pitchFamily="34" charset="0"/>
              </a:rPr>
              <a:t>AssemblyLoadContext:
Plugin:mode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870480-1CAB-7EF3-FC39-2A61AE2987F8}"/>
              </a:ext>
            </a:extLst>
          </p:cNvPr>
          <p:cNvSpPr/>
          <p:nvPr/>
        </p:nvSpPr>
        <p:spPr>
          <a:xfrm>
            <a:off x="7239000" y="2641600"/>
            <a:ext cx="1587500" cy="533400"/>
          </a:xfrm>
          <a:prstGeom prst="roundRect">
            <a:avLst/>
          </a:prstGeom>
          <a:solidFill>
            <a:srgbClr val="D2C8E1"/>
          </a:solidFill>
          <a:ln w="12700">
            <a:solidFill>
              <a:srgbClr val="968C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900">
                <a:solidFill>
                  <a:srgbClr val="2D283C"/>
                </a:solidFill>
                <a:latin typeface="Segoe UI" panose="020B0502040204020203" pitchFamily="34" charset="0"/>
              </a:rPr>
              <a:t>Plugin Entry Assembly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62B972-3421-87F7-CAF0-632B9A71DD7A}"/>
              </a:ext>
            </a:extLst>
          </p:cNvPr>
          <p:cNvSpPr/>
          <p:nvPr/>
        </p:nvSpPr>
        <p:spPr>
          <a:xfrm>
            <a:off x="7239000" y="3276600"/>
            <a:ext cx="1587500" cy="635000"/>
          </a:xfrm>
          <a:prstGeom prst="roundRect">
            <a:avLst/>
          </a:prstGeom>
          <a:solidFill>
            <a:srgbClr val="CDDCEB"/>
          </a:solidFill>
          <a:ln w="12700">
            <a:solidFill>
              <a:srgbClr val="8CA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900">
                <a:solidFill>
                  <a:srgbClr val="1E2D41"/>
                </a:solidFill>
                <a:latin typeface="Segoe UI" panose="020B0502040204020203" pitchFamily="34" charset="0"/>
              </a:rPr>
              <a:t>Private Dependencies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2169B2-F736-2A92-DBD5-B4037E34F296}"/>
              </a:ext>
            </a:extLst>
          </p:cNvPr>
          <p:cNvSpPr/>
          <p:nvPr/>
        </p:nvSpPr>
        <p:spPr>
          <a:xfrm>
            <a:off x="4826000" y="4191000"/>
            <a:ext cx="2413000" cy="431800"/>
          </a:xfrm>
          <a:prstGeom prst="roundRect">
            <a:avLst/>
          </a:prstGeom>
          <a:solidFill>
            <a:srgbClr val="E0ECE0"/>
          </a:solidFill>
          <a:ln w="12700">
            <a:solidFill>
              <a:srgbClr val="96BE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800">
                <a:solidFill>
                  <a:srgbClr val="1E461E"/>
                </a:solidFill>
                <a:latin typeface="Segoe UI" panose="020B0502040204020203" pitchFamily="34" charset="0"/>
              </a:rPr>
              <a:t>Isolated (per plugin): Newtonsoft.Json, Markdig, etc.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08ADB8-1276-06AA-488A-379D9C82EE37}"/>
              </a:ext>
            </a:extLst>
          </p:cNvPr>
          <p:cNvSpPr/>
          <p:nvPr/>
        </p:nvSpPr>
        <p:spPr>
          <a:xfrm>
            <a:off x="9271000" y="1524000"/>
            <a:ext cx="2413000" cy="3175000"/>
          </a:xfrm>
          <a:prstGeom prst="rect">
            <a:avLst/>
          </a:prstGeom>
          <a:solidFill>
            <a:srgbClr val="ECECF0"/>
          </a:solidFill>
          <a:ln w="15875"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90799A-8544-9158-EA5A-AFF6CC3F695F}"/>
              </a:ext>
            </a:extLst>
          </p:cNvPr>
          <p:cNvSpPr txBox="1"/>
          <p:nvPr/>
        </p:nvSpPr>
        <p:spPr>
          <a:xfrm>
            <a:off x="9271000" y="1537859"/>
            <a:ext cx="2413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ctr"/>
            <a:r>
              <a:rPr lang="en-US" sz="1000" b="1">
                <a:solidFill>
                  <a:srgbClr val="464650"/>
                </a:solidFill>
                <a:latin typeface="Segoe UI" panose="020B0502040204020203" pitchFamily="34" charset="0"/>
              </a:rPr>
              <a:t>Plugin Deployment Folder: C:\plugins\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4E9497-37FF-C2F8-4BE1-3243DA00C516}"/>
              </a:ext>
            </a:extLst>
          </p:cNvPr>
          <p:cNvSpPr/>
          <p:nvPr/>
        </p:nvSpPr>
        <p:spPr>
          <a:xfrm>
            <a:off x="9499600" y="2133600"/>
            <a:ext cx="19558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000">
                <a:solidFill>
                  <a:srgbClr val="282832"/>
                </a:solidFill>
                <a:latin typeface="Segoe UI" panose="020B0502040204020203" pitchFamily="34" charset="0"/>
              </a:rPr>
              <a:t>identity\1.0.0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0D4C8-79F8-7510-BD99-F889BA7B4F56}"/>
              </a:ext>
            </a:extLst>
          </p:cNvPr>
          <p:cNvSpPr/>
          <p:nvPr/>
        </p:nvSpPr>
        <p:spPr>
          <a:xfrm>
            <a:off x="9499600" y="2870200"/>
            <a:ext cx="19558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000">
                <a:solidFill>
                  <a:srgbClr val="282832"/>
                </a:solidFill>
                <a:latin typeface="Segoe UI" panose="020B0502040204020203" pitchFamily="34" charset="0"/>
              </a:rPr>
              <a:t>centralnode\1.0.0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0ADCFB-68CC-949D-A5D5-CB926E5DF917}"/>
              </a:ext>
            </a:extLst>
          </p:cNvPr>
          <p:cNvSpPr/>
          <p:nvPr/>
        </p:nvSpPr>
        <p:spPr>
          <a:xfrm>
            <a:off x="9499600" y="3606800"/>
            <a:ext cx="19558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000">
                <a:solidFill>
                  <a:srgbClr val="282832"/>
                </a:solidFill>
                <a:latin typeface="Segoe UI" panose="020B0502040204020203" pitchFamily="34" charset="0"/>
              </a:rPr>
              <a:t>mode\1.0.0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E120560-CCEC-AF47-3617-9D9675CF8514}"/>
              </a:ext>
            </a:extLst>
          </p:cNvPr>
          <p:cNvSpPr/>
          <p:nvPr/>
        </p:nvSpPr>
        <p:spPr>
          <a:xfrm>
            <a:off x="3175000" y="4876800"/>
            <a:ext cx="5778500" cy="431800"/>
          </a:xfrm>
          <a:prstGeom prst="rect">
            <a:avLst/>
          </a:prstGeom>
          <a:solidFill>
            <a:srgbClr val="5A4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In-memory Pub/Sub Event Bus</a:t>
            </a:r>
          </a:p>
        </p:txBody>
      </p:sp>
    </p:spTree>
    <p:extLst>
      <p:ext uri="{BB962C8B-B14F-4D97-AF65-F5344CB8AC3E}">
        <p14:creationId xmlns:p14="http://schemas.microsoft.com/office/powerpoint/2010/main" val="2322543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376D08-7EAA-CC43-AE4D-C39956C9D21E}"/>
              </a:ext>
            </a:extLst>
          </p:cNvPr>
          <p:cNvSpPr/>
          <p:nvPr/>
        </p:nvSpPr>
        <p:spPr>
          <a:xfrm>
            <a:off x="508000" y="508000"/>
            <a:ext cx="1143000" cy="50800"/>
          </a:xfrm>
          <a:prstGeom prst="rect">
            <a:avLst/>
          </a:prstGeom>
          <a:gradFill flip="none" rotWithShape="1">
            <a:gsLst>
              <a:gs pos="0">
                <a:srgbClr val="F39200"/>
              </a:gs>
              <a:gs pos="100000">
                <a:srgbClr val="E20074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F3FCE-F370-B415-530E-65E17180A502}"/>
              </a:ext>
            </a:extLst>
          </p:cNvPr>
          <p:cNvSpPr txBox="1"/>
          <p:nvPr/>
        </p:nvSpPr>
        <p:spPr>
          <a:xfrm>
            <a:off x="482600" y="598845"/>
            <a:ext cx="10922000" cy="477054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2600" b="1">
                <a:solidFill>
                  <a:srgbClr val="4A0A5B"/>
                </a:solidFill>
                <a:latin typeface="Segoe UI" panose="020B0502040204020203" pitchFamily="34" charset="0"/>
              </a:rPr>
              <a:t>Dependency Isolation - Proven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67114-C328-B6E3-98E4-FFCB10F147CA}"/>
              </a:ext>
            </a:extLst>
          </p:cNvPr>
          <p:cNvSpPr txBox="1"/>
          <p:nvPr/>
        </p:nvSpPr>
        <p:spPr>
          <a:xfrm>
            <a:off x="304800" y="6630144"/>
            <a:ext cx="7874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800">
                <a:solidFill>
                  <a:srgbClr val="5A5A5A"/>
                </a:solidFill>
                <a:latin typeface="Segoe UI" panose="020B0502040204020203" pitchFamily="34" charset="0"/>
              </a:rPr>
              <a:t>For Internal Use Only. (c)2026 AVEVA Group plc and its subsidiaries.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80802-2B47-A615-99B4-B6AF227418BB}"/>
              </a:ext>
            </a:extLst>
          </p:cNvPr>
          <p:cNvSpPr txBox="1"/>
          <p:nvPr/>
        </p:nvSpPr>
        <p:spPr>
          <a:xfrm>
            <a:off x="10287000" y="6334611"/>
            <a:ext cx="1651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r"/>
            <a:r>
              <a:rPr lang="en-US" sz="2000" b="1">
                <a:solidFill>
                  <a:srgbClr val="4A0A5B"/>
                </a:solidFill>
                <a:latin typeface="Segoe UI Semibold" panose="020B0702040204020203" pitchFamily="34" charset="0"/>
              </a:rPr>
              <a:t>AVEVA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6BFB5-808A-3C76-D633-5C408392E533}"/>
              </a:ext>
            </a:extLst>
          </p:cNvPr>
          <p:cNvSpPr txBox="1"/>
          <p:nvPr/>
        </p:nvSpPr>
        <p:spPr>
          <a:xfrm>
            <a:off x="558800" y="1550930"/>
            <a:ext cx="11049000" cy="307777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1500">
                <a:solidFill>
                  <a:srgbClr val="3C3C46"/>
                </a:solidFill>
                <a:latin typeface="Segoe UI" panose="020B0502040204020203" pitchFamily="34" charset="0"/>
              </a:rPr>
              <a:t>Two plugins load different versions of the same libraries simultaneously - each from its own ALC.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F6FAB0-596B-4EF9-3EDD-810B68A549F6}"/>
              </a:ext>
            </a:extLst>
          </p:cNvPr>
          <p:cNvSpPr/>
          <p:nvPr/>
        </p:nvSpPr>
        <p:spPr>
          <a:xfrm>
            <a:off x="558800" y="2159000"/>
            <a:ext cx="3251200" cy="508000"/>
          </a:xfrm>
          <a:prstGeom prst="rect">
            <a:avLst/>
          </a:prstGeom>
          <a:solidFill>
            <a:srgbClr val="4A0A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Plugin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E49D0D-91BD-DAED-FE2D-6411FDD32CEF}"/>
              </a:ext>
            </a:extLst>
          </p:cNvPr>
          <p:cNvSpPr/>
          <p:nvPr/>
        </p:nvSpPr>
        <p:spPr>
          <a:xfrm>
            <a:off x="3810000" y="2159000"/>
            <a:ext cx="2159000" cy="508000"/>
          </a:xfrm>
          <a:prstGeom prst="rect">
            <a:avLst/>
          </a:prstGeom>
          <a:solidFill>
            <a:srgbClr val="4A0A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Newtonsoft.Json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50FC0A-C032-D9CC-BF67-29BA1EA5A69E}"/>
              </a:ext>
            </a:extLst>
          </p:cNvPr>
          <p:cNvSpPr/>
          <p:nvPr/>
        </p:nvSpPr>
        <p:spPr>
          <a:xfrm>
            <a:off x="5969000" y="2159000"/>
            <a:ext cx="1905000" cy="508000"/>
          </a:xfrm>
          <a:prstGeom prst="rect">
            <a:avLst/>
          </a:prstGeom>
          <a:solidFill>
            <a:srgbClr val="4A0A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Markdig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1804F2-4B44-2CF1-D0F1-03E00373F62B}"/>
              </a:ext>
            </a:extLst>
          </p:cNvPr>
          <p:cNvSpPr/>
          <p:nvPr/>
        </p:nvSpPr>
        <p:spPr>
          <a:xfrm>
            <a:off x="7874000" y="2159000"/>
            <a:ext cx="3810000" cy="508000"/>
          </a:xfrm>
          <a:prstGeom prst="rect">
            <a:avLst/>
          </a:prstGeom>
          <a:solidFill>
            <a:srgbClr val="4A0A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ALC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7E60BE-CEB7-E336-FEAE-BDF0E6664342}"/>
              </a:ext>
            </a:extLst>
          </p:cNvPr>
          <p:cNvSpPr/>
          <p:nvPr/>
        </p:nvSpPr>
        <p:spPr>
          <a:xfrm>
            <a:off x="558800" y="2692400"/>
            <a:ext cx="3251200" cy="508000"/>
          </a:xfrm>
          <a:prstGeom prst="rect">
            <a:avLst/>
          </a:prstGeom>
          <a:solidFill>
            <a:srgbClr val="F4F2F8"/>
          </a:solidFill>
          <a:ln w="9525">
            <a:solidFill>
              <a:srgbClr val="D2CD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200">
                <a:solidFill>
                  <a:srgbClr val="282832"/>
                </a:solidFill>
                <a:latin typeface="Segoe UI" panose="020B0502040204020203" pitchFamily="34" charset="0"/>
              </a:rPr>
              <a:t>Identity (ext.identity)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234BDA-1A6C-2995-69A3-2004DA0A6388}"/>
              </a:ext>
            </a:extLst>
          </p:cNvPr>
          <p:cNvSpPr/>
          <p:nvPr/>
        </p:nvSpPr>
        <p:spPr>
          <a:xfrm>
            <a:off x="3810000" y="2692400"/>
            <a:ext cx="2159000" cy="508000"/>
          </a:xfrm>
          <a:prstGeom prst="rect">
            <a:avLst/>
          </a:prstGeom>
          <a:solidFill>
            <a:srgbClr val="F4F2F8"/>
          </a:solidFill>
          <a:ln w="9525">
            <a:solidFill>
              <a:srgbClr val="D2CD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200">
                <a:solidFill>
                  <a:srgbClr val="282832"/>
                </a:solidFill>
                <a:latin typeface="Segoe UI" panose="020B0502040204020203" pitchFamily="34" charset="0"/>
              </a:rPr>
              <a:t>12.0.3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1A2130-0AF7-34C9-A3CF-6CB25A706241}"/>
              </a:ext>
            </a:extLst>
          </p:cNvPr>
          <p:cNvSpPr/>
          <p:nvPr/>
        </p:nvSpPr>
        <p:spPr>
          <a:xfrm>
            <a:off x="5969000" y="2692400"/>
            <a:ext cx="1905000" cy="508000"/>
          </a:xfrm>
          <a:prstGeom prst="rect">
            <a:avLst/>
          </a:prstGeom>
          <a:solidFill>
            <a:srgbClr val="F4F2F8"/>
          </a:solidFill>
          <a:ln w="9525">
            <a:solidFill>
              <a:srgbClr val="D2CD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200">
                <a:solidFill>
                  <a:srgbClr val="282832"/>
                </a:solidFill>
                <a:latin typeface="Segoe UI" panose="020B0502040204020203" pitchFamily="34" charset="0"/>
              </a:rPr>
              <a:t>0.31.0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9E72F-AB2A-6BCB-BEB0-A041713F67C5}"/>
              </a:ext>
            </a:extLst>
          </p:cNvPr>
          <p:cNvSpPr/>
          <p:nvPr/>
        </p:nvSpPr>
        <p:spPr>
          <a:xfrm>
            <a:off x="7874000" y="2692400"/>
            <a:ext cx="3810000" cy="508000"/>
          </a:xfrm>
          <a:prstGeom prst="rect">
            <a:avLst/>
          </a:prstGeom>
          <a:solidFill>
            <a:srgbClr val="F4F2F8"/>
          </a:solidFill>
          <a:ln w="9525">
            <a:solidFill>
              <a:srgbClr val="D2CD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200">
                <a:solidFill>
                  <a:srgbClr val="282832"/>
                </a:solidFill>
                <a:latin typeface="Segoe UI" panose="020B0502040204020203" pitchFamily="34" charset="0"/>
              </a:rPr>
              <a:t>Plugin:ext.identity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94A00A-6AD5-9030-1A17-C89C783A30C7}"/>
              </a:ext>
            </a:extLst>
          </p:cNvPr>
          <p:cNvSpPr/>
          <p:nvPr/>
        </p:nvSpPr>
        <p:spPr>
          <a:xfrm>
            <a:off x="558800" y="3225800"/>
            <a:ext cx="3251200" cy="508000"/>
          </a:xfrm>
          <a:prstGeom prst="rect">
            <a:avLst/>
          </a:prstGeom>
          <a:solidFill>
            <a:srgbClr val="F4F2F8"/>
          </a:solidFill>
          <a:ln w="9525">
            <a:solidFill>
              <a:srgbClr val="D2CD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200">
                <a:solidFill>
                  <a:srgbClr val="282832"/>
                </a:solidFill>
                <a:latin typeface="Segoe UI" panose="020B0502040204020203" pitchFamily="34" charset="0"/>
              </a:rPr>
              <a:t>CentralNode (ext.central)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E38F45-8E95-08E2-606C-7A93225B3954}"/>
              </a:ext>
            </a:extLst>
          </p:cNvPr>
          <p:cNvSpPr/>
          <p:nvPr/>
        </p:nvSpPr>
        <p:spPr>
          <a:xfrm>
            <a:off x="3810000" y="3225800"/>
            <a:ext cx="2159000" cy="508000"/>
          </a:xfrm>
          <a:prstGeom prst="rect">
            <a:avLst/>
          </a:prstGeom>
          <a:solidFill>
            <a:srgbClr val="F4F2F8"/>
          </a:solidFill>
          <a:ln w="9525">
            <a:solidFill>
              <a:srgbClr val="D2CD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200">
                <a:solidFill>
                  <a:srgbClr val="282832"/>
                </a:solidFill>
                <a:latin typeface="Segoe UI" panose="020B0502040204020203" pitchFamily="34" charset="0"/>
              </a:rPr>
              <a:t>13.0.3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DAC9B-11E2-623F-7699-CAD36B364775}"/>
              </a:ext>
            </a:extLst>
          </p:cNvPr>
          <p:cNvSpPr/>
          <p:nvPr/>
        </p:nvSpPr>
        <p:spPr>
          <a:xfrm>
            <a:off x="5969000" y="3225800"/>
            <a:ext cx="1905000" cy="508000"/>
          </a:xfrm>
          <a:prstGeom prst="rect">
            <a:avLst/>
          </a:prstGeom>
          <a:solidFill>
            <a:srgbClr val="F4F2F8"/>
          </a:solidFill>
          <a:ln w="9525">
            <a:solidFill>
              <a:srgbClr val="D2CD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200">
                <a:solidFill>
                  <a:srgbClr val="282832"/>
                </a:solidFill>
                <a:latin typeface="Segoe UI" panose="020B0502040204020203" pitchFamily="34" charset="0"/>
              </a:rPr>
              <a:t>0.38.0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DDBE1D-2711-E698-8914-5968284EB0C5}"/>
              </a:ext>
            </a:extLst>
          </p:cNvPr>
          <p:cNvSpPr/>
          <p:nvPr/>
        </p:nvSpPr>
        <p:spPr>
          <a:xfrm>
            <a:off x="7874000" y="3225800"/>
            <a:ext cx="3810000" cy="508000"/>
          </a:xfrm>
          <a:prstGeom prst="rect">
            <a:avLst/>
          </a:prstGeom>
          <a:solidFill>
            <a:srgbClr val="F4F2F8"/>
          </a:solidFill>
          <a:ln w="9525">
            <a:solidFill>
              <a:srgbClr val="D2CD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200">
                <a:solidFill>
                  <a:srgbClr val="282832"/>
                </a:solidFill>
                <a:latin typeface="Segoe UI" panose="020B0502040204020203" pitchFamily="34" charset="0"/>
              </a:rPr>
              <a:t>Plugin:ext.central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0B2F97-21AF-6267-82BF-7C466A688D6E}"/>
              </a:ext>
            </a:extLst>
          </p:cNvPr>
          <p:cNvSpPr txBox="1"/>
          <p:nvPr/>
        </p:nvSpPr>
        <p:spPr>
          <a:xfrm>
            <a:off x="558800" y="4002445"/>
            <a:ext cx="11049000" cy="477054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1300">
                <a:solidFill>
                  <a:srgbClr val="464650"/>
                </a:solidFill>
                <a:latin typeface="Segoe UI" panose="020B0502040204020203" pitchFamily="34" charset="0"/>
              </a:rPr>
              <a:t>Because Newtonsoft.Json and Markdig are NOT boundary assemblies, each resolves from the plugin's own folder via its .deps.json - no conflict, different ALC names, different paths.</a:t>
            </a:r>
          </a:p>
        </p:txBody>
      </p:sp>
    </p:spTree>
    <p:extLst>
      <p:ext uri="{BB962C8B-B14F-4D97-AF65-F5344CB8AC3E}">
        <p14:creationId xmlns:p14="http://schemas.microsoft.com/office/powerpoint/2010/main" val="347845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CA9957-3501-96C8-8EAD-15761CB9F835}"/>
              </a:ext>
            </a:extLst>
          </p:cNvPr>
          <p:cNvSpPr/>
          <p:nvPr/>
        </p:nvSpPr>
        <p:spPr>
          <a:xfrm>
            <a:off x="508000" y="508000"/>
            <a:ext cx="1143000" cy="50800"/>
          </a:xfrm>
          <a:prstGeom prst="rect">
            <a:avLst/>
          </a:prstGeom>
          <a:gradFill flip="none" rotWithShape="1">
            <a:gsLst>
              <a:gs pos="0">
                <a:srgbClr val="F39200"/>
              </a:gs>
              <a:gs pos="100000">
                <a:srgbClr val="E20074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FED20-5405-65DE-F3AC-C53395E368A5}"/>
              </a:ext>
            </a:extLst>
          </p:cNvPr>
          <p:cNvSpPr txBox="1"/>
          <p:nvPr/>
        </p:nvSpPr>
        <p:spPr>
          <a:xfrm>
            <a:off x="482600" y="598845"/>
            <a:ext cx="10922000" cy="477054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2600" b="1">
                <a:solidFill>
                  <a:srgbClr val="4A0A5B"/>
                </a:solidFill>
                <a:latin typeface="Segoe UI" panose="020B0502040204020203" pitchFamily="34" charset="0"/>
              </a:rPr>
              <a:t>Runtime Flow - Launch to Persistence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D6D18-3D5A-0ACD-BDFD-49DD53FC38A9}"/>
              </a:ext>
            </a:extLst>
          </p:cNvPr>
          <p:cNvSpPr txBox="1"/>
          <p:nvPr/>
        </p:nvSpPr>
        <p:spPr>
          <a:xfrm>
            <a:off x="304800" y="6630144"/>
            <a:ext cx="7874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800">
                <a:solidFill>
                  <a:srgbClr val="5A5A5A"/>
                </a:solidFill>
                <a:latin typeface="Segoe UI" panose="020B0502040204020203" pitchFamily="34" charset="0"/>
              </a:rPr>
              <a:t>For Internal Use Only. (c)2026 AVEVA Group plc and its subsidiaries.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F66FC-E0D5-75C8-EF83-C5CEBA5B1CB8}"/>
              </a:ext>
            </a:extLst>
          </p:cNvPr>
          <p:cNvSpPr txBox="1"/>
          <p:nvPr/>
        </p:nvSpPr>
        <p:spPr>
          <a:xfrm>
            <a:off x="10287000" y="6334611"/>
            <a:ext cx="1651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r"/>
            <a:r>
              <a:rPr lang="en-US" sz="2000" b="1">
                <a:solidFill>
                  <a:srgbClr val="4A0A5B"/>
                </a:solidFill>
                <a:latin typeface="Segoe UI Semibold" panose="020B0702040204020203" pitchFamily="34" charset="0"/>
              </a:rPr>
              <a:t>AVEVA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6DD2C-2BB9-6242-47FB-291B70C517A7}"/>
              </a:ext>
            </a:extLst>
          </p:cNvPr>
          <p:cNvSpPr txBox="1"/>
          <p:nvPr/>
        </p:nvSpPr>
        <p:spPr>
          <a:xfrm>
            <a:off x="558800" y="1524000"/>
            <a:ext cx="11049000" cy="24519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500">
                <a:solidFill>
                  <a:srgbClr val="2D2D37"/>
                </a:solidFill>
                <a:latin typeface="Segoe UI" panose="020B0502040204020203" pitchFamily="34" charset="0"/>
              </a:rPr>
              <a:t>Startup - the MAUI Blazor Hybrid host boots and builds its DI container.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500">
                <a:solidFill>
                  <a:srgbClr val="2D2D37"/>
                </a:solidFill>
                <a:latin typeface="Segoe UI" panose="020B0502040204020203" pitchFamily="34" charset="0"/>
              </a:rPr>
              <a:t>Plugin load - PluginLoader discovers, version-selects, and loads each plugin into its own PluginLoadContext; instantiates each IExtension.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500">
                <a:solidFill>
                  <a:srgbClr val="2D2D37"/>
                </a:solidFill>
                <a:latin typeface="Segoe UI" panose="020B0502040204020203" pitchFamily="34" charset="0"/>
              </a:rPr>
              <a:t>Initialize &amp; hydrate - AppInitializer loads the saved AppSnapshot, then calls InitializeAsync + HydrateAsync per extension.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500">
                <a:solidFill>
                  <a:srgbClr val="2D2D37"/>
                </a:solidFill>
                <a:latin typeface="Segoe UI" panose="020B0502040204020203" pitchFamily="34" charset="0"/>
              </a:rPr>
              <a:t>UI render - each extension's ComponentType is rendered with Blazor DynamicComponent.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500">
                <a:solidFill>
                  <a:srgbClr val="2D2D37"/>
                </a:solidFill>
                <a:latin typeface="Segoe UI" panose="020B0502040204020203" pitchFamily="34" charset="0"/>
              </a:rPr>
              <a:t>Events - user actions publish on the shared IEventBus; subscribed extensions react.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500">
                <a:solidFill>
                  <a:srgbClr val="2D2D37"/>
                </a:solidFill>
                <a:latin typeface="Segoe UI" panose="020B0502040204020203" pitchFamily="34" charset="0"/>
              </a:rPr>
              <a:t>Persistence - SaveCoordinator calls SerializeConfig() on every extension and writes one AppSnapshot via IStateStore (atomic write).</a:t>
            </a:r>
          </a:p>
        </p:txBody>
      </p:sp>
    </p:spTree>
    <p:extLst>
      <p:ext uri="{BB962C8B-B14F-4D97-AF65-F5344CB8AC3E}">
        <p14:creationId xmlns:p14="http://schemas.microsoft.com/office/powerpoint/2010/main" val="3530626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1B5FA5-1946-8B7B-2DE9-02D0CB71EE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081C"/>
              </a:gs>
              <a:gs pos="100000">
                <a:srgbClr val="281037"/>
              </a:gs>
            </a:gsLst>
            <a:path path="rect">
              <a:fillToRect r="100000" b="100000"/>
            </a:path>
            <a:tileRect l="-100000" t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C0B0F3-CABC-2317-2607-5E2019159AEA}"/>
              </a:ext>
            </a:extLst>
          </p:cNvPr>
          <p:cNvSpPr/>
          <p:nvPr/>
        </p:nvSpPr>
        <p:spPr>
          <a:xfrm>
            <a:off x="558800" y="3175000"/>
            <a:ext cx="1524000" cy="50800"/>
          </a:xfrm>
          <a:prstGeom prst="rect">
            <a:avLst/>
          </a:prstGeom>
          <a:gradFill flip="none" rotWithShape="1">
            <a:gsLst>
              <a:gs pos="0">
                <a:srgbClr val="F39200"/>
              </a:gs>
              <a:gs pos="100000">
                <a:srgbClr val="E20074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27896-62B5-5276-C873-43FEFB033EA3}"/>
              </a:ext>
            </a:extLst>
          </p:cNvPr>
          <p:cNvSpPr txBox="1"/>
          <p:nvPr/>
        </p:nvSpPr>
        <p:spPr>
          <a:xfrm>
            <a:off x="508000" y="3152745"/>
            <a:ext cx="10414000" cy="754053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Segoe UI" panose="020B0502040204020203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08392-DCFB-569D-A3BF-22FB332AF78C}"/>
              </a:ext>
            </a:extLst>
          </p:cNvPr>
          <p:cNvSpPr txBox="1"/>
          <p:nvPr/>
        </p:nvSpPr>
        <p:spPr>
          <a:xfrm>
            <a:off x="533400" y="4267200"/>
            <a:ext cx="10414000" cy="361637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>
                <a:solidFill>
                  <a:srgbClr val="D2BEDC"/>
                </a:solidFill>
                <a:latin typeface="Segoe UI" panose="020B0502040204020203" pitchFamily="34" charset="0"/>
              </a:rPr>
              <a:t>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0B5D3-ECD5-D975-3F0D-417AF010630A}"/>
              </a:ext>
            </a:extLst>
          </p:cNvPr>
          <p:cNvSpPr txBox="1"/>
          <p:nvPr/>
        </p:nvSpPr>
        <p:spPr>
          <a:xfrm>
            <a:off x="304800" y="6630144"/>
            <a:ext cx="7874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en-US" sz="800">
                <a:solidFill>
                  <a:srgbClr val="C8BED2"/>
                </a:solidFill>
                <a:latin typeface="Segoe UI" panose="020B0502040204020203" pitchFamily="34" charset="0"/>
              </a:rPr>
              <a:t>For Internal Use Only. (c)2026 AVEVA Group plc and its subsidiaries.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2D2C6-1B37-8CBA-091D-C6309621246A}"/>
              </a:ext>
            </a:extLst>
          </p:cNvPr>
          <p:cNvSpPr txBox="1"/>
          <p:nvPr/>
        </p:nvSpPr>
        <p:spPr>
          <a:xfrm>
            <a:off x="10287000" y="6334611"/>
            <a:ext cx="1651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r"/>
            <a:r>
              <a:rPr lang="en-US" sz="2000" b="1">
                <a:solidFill>
                  <a:srgbClr val="FFFFFF"/>
                </a:solidFill>
                <a:latin typeface="Segoe UI Semibold" panose="020B0702040204020203" pitchFamily="34" charset="0"/>
              </a:rPr>
              <a:t>AVEVA</a:t>
            </a:r>
          </a:p>
        </p:txBody>
      </p:sp>
    </p:spTree>
    <p:extLst>
      <p:ext uri="{BB962C8B-B14F-4D97-AF65-F5344CB8AC3E}">
        <p14:creationId xmlns:p14="http://schemas.microsoft.com/office/powerpoint/2010/main" val="1310989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Custom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Janveetha Reddy C</dc:creator>
  <cp:lastModifiedBy>Janveetha Reddy C</cp:lastModifiedBy>
  <cp:revision>1</cp:revision>
  <dcterms:created xsi:type="dcterms:W3CDTF">2026-07-29T10:41:41Z</dcterms:created>
  <dcterms:modified xsi:type="dcterms:W3CDTF">2026-07-29T10:41:41Z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8cda11-b0e0-4a5f-b13e-64e9de363f52_Enabled">
    <vt:lpwstr>true</vt:lpwstr>
  </property>
  <property fmtid="{D5CDD505-2E9C-101B-9397-08002B2CF9AE}" pid="3" name="MSIP_Label_9c8cda11-b0e0-4a5f-b13e-64e9de363f52_SetDate">
    <vt:lpwstr>2026-07-29T10:41:41Z</vt:lpwstr>
  </property>
  <property fmtid="{D5CDD505-2E9C-101B-9397-08002B2CF9AE}" pid="4" name="MSIP_Label_9c8cda11-b0e0-4a5f-b13e-64e9de363f52_Method">
    <vt:lpwstr>Standard</vt:lpwstr>
  </property>
  <property fmtid="{D5CDD505-2E9C-101B-9397-08002B2CF9AE}" pid="5" name="MSIP_Label_9c8cda11-b0e0-4a5f-b13e-64e9de363f52_Name">
    <vt:lpwstr>Internal Only</vt:lpwstr>
  </property>
  <property fmtid="{D5CDD505-2E9C-101B-9397-08002B2CF9AE}" pid="6" name="MSIP_Label_9c8cda11-b0e0-4a5f-b13e-64e9de363f52_SiteId">
    <vt:lpwstr>425a5546-5a6e-4f1b-ab62-23d91d07d893</vt:lpwstr>
  </property>
  <property fmtid="{D5CDD505-2E9C-101B-9397-08002B2CF9AE}" pid="7" name="MSIP_Label_9c8cda11-b0e0-4a5f-b13e-64e9de363f52_ActionId">
    <vt:lpwstr>a0fe6e5d-6f1e-4dbc-8842-f048adb2aaf5</vt:lpwstr>
  </property>
  <property fmtid="{D5CDD505-2E9C-101B-9397-08002B2CF9AE}" pid="8" name="MSIP_Label_9c8cda11-b0e0-4a5f-b13e-64e9de363f52_ContentBits">
    <vt:lpwstr>0</vt:lpwstr>
  </property>
  <property fmtid="{D5CDD505-2E9C-101B-9397-08002B2CF9AE}" pid="9" name="MSIP_Label_9c8cda11-b0e0-4a5f-b13e-64e9de363f52_Tag">
    <vt:lpwstr>10, 3, 0, 1</vt:lpwstr>
  </property>
</Properties>
</file>